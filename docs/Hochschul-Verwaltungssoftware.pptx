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8" r:id="rId9"/>
    <p:sldId id="270" r:id="rId10"/>
    <p:sldId id="271" r:id="rId11"/>
    <p:sldId id="263" r:id="rId12"/>
    <p:sldId id="264" r:id="rId13"/>
    <p:sldId id="265" r:id="rId14"/>
    <p:sldId id="266" r:id="rId15"/>
    <p:sldId id="269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22DA5E-A40C-4C4B-A6A3-10D54C4CDA0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7F4E3F4-E239-4DC6-9FA4-8293202B39DF}">
      <dgm:prSet/>
      <dgm:spPr/>
      <dgm:t>
        <a:bodyPr/>
        <a:lstStyle/>
        <a:p>
          <a:r>
            <a:rPr lang="de-DE"/>
            <a:t>Allgemeine Beschreibung der Projektaufgabe</a:t>
          </a:r>
          <a:endParaRPr lang="en-US"/>
        </a:p>
      </dgm:t>
    </dgm:pt>
    <dgm:pt modelId="{1577DCAA-B4BC-423B-AB58-88D5AC455E3D}" type="parTrans" cxnId="{E0F394AB-FEDC-4EDF-B199-018C4D028D0A}">
      <dgm:prSet/>
      <dgm:spPr/>
      <dgm:t>
        <a:bodyPr/>
        <a:lstStyle/>
        <a:p>
          <a:endParaRPr lang="en-US"/>
        </a:p>
      </dgm:t>
    </dgm:pt>
    <dgm:pt modelId="{97F6F165-B31B-4605-A85B-5C5B748D7180}" type="sibTrans" cxnId="{E0F394AB-FEDC-4EDF-B199-018C4D028D0A}">
      <dgm:prSet/>
      <dgm:spPr/>
      <dgm:t>
        <a:bodyPr/>
        <a:lstStyle/>
        <a:p>
          <a:endParaRPr lang="en-US"/>
        </a:p>
      </dgm:t>
    </dgm:pt>
    <dgm:pt modelId="{A6790227-3EE6-45D4-A451-99C60FCE25F2}">
      <dgm:prSet/>
      <dgm:spPr/>
      <dgm:t>
        <a:bodyPr/>
        <a:lstStyle/>
        <a:p>
          <a:r>
            <a:rPr lang="de-DE"/>
            <a:t>Architektur</a:t>
          </a:r>
          <a:endParaRPr lang="en-US"/>
        </a:p>
      </dgm:t>
    </dgm:pt>
    <dgm:pt modelId="{D02D670C-AD2A-4F74-9C26-1954E474DC1F}" type="parTrans" cxnId="{BB359212-0B9A-4533-9F66-5328EB691368}">
      <dgm:prSet/>
      <dgm:spPr/>
      <dgm:t>
        <a:bodyPr/>
        <a:lstStyle/>
        <a:p>
          <a:endParaRPr lang="en-US"/>
        </a:p>
      </dgm:t>
    </dgm:pt>
    <dgm:pt modelId="{8120E2BD-39B0-4C3E-AFE3-14FF49CE5FA5}" type="sibTrans" cxnId="{BB359212-0B9A-4533-9F66-5328EB691368}">
      <dgm:prSet/>
      <dgm:spPr/>
      <dgm:t>
        <a:bodyPr/>
        <a:lstStyle/>
        <a:p>
          <a:endParaRPr lang="en-US"/>
        </a:p>
      </dgm:t>
    </dgm:pt>
    <dgm:pt modelId="{D20896F5-94B4-48BA-8069-3F59700867B7}">
      <dgm:prSet/>
      <dgm:spPr/>
      <dgm:t>
        <a:bodyPr/>
        <a:lstStyle/>
        <a:p>
          <a:r>
            <a:rPr lang="de-DE"/>
            <a:t>API-Gateway</a:t>
          </a:r>
          <a:endParaRPr lang="en-US"/>
        </a:p>
      </dgm:t>
    </dgm:pt>
    <dgm:pt modelId="{26C9442A-3898-4242-AF58-80D2D59C6000}" type="parTrans" cxnId="{62CB3D43-6AAD-488D-A515-47DF26C08F0B}">
      <dgm:prSet/>
      <dgm:spPr/>
      <dgm:t>
        <a:bodyPr/>
        <a:lstStyle/>
        <a:p>
          <a:endParaRPr lang="en-US"/>
        </a:p>
      </dgm:t>
    </dgm:pt>
    <dgm:pt modelId="{B43CA727-CE7F-4BA5-B353-6CC8383C8230}" type="sibTrans" cxnId="{62CB3D43-6AAD-488D-A515-47DF26C08F0B}">
      <dgm:prSet/>
      <dgm:spPr/>
      <dgm:t>
        <a:bodyPr/>
        <a:lstStyle/>
        <a:p>
          <a:endParaRPr lang="en-US"/>
        </a:p>
      </dgm:t>
    </dgm:pt>
    <dgm:pt modelId="{544E9317-4395-479C-A824-4119F51056C0}">
      <dgm:prSet/>
      <dgm:spPr/>
      <dgm:t>
        <a:bodyPr/>
        <a:lstStyle/>
        <a:p>
          <a:r>
            <a:rPr lang="de-DE"/>
            <a:t>Authentifizierungs-Service</a:t>
          </a:r>
          <a:endParaRPr lang="en-US"/>
        </a:p>
      </dgm:t>
    </dgm:pt>
    <dgm:pt modelId="{D7C46AC9-5129-427C-93F8-C9E4A98DA504}" type="parTrans" cxnId="{8CD13A84-7753-4899-ADB8-A6CB75D14297}">
      <dgm:prSet/>
      <dgm:spPr/>
      <dgm:t>
        <a:bodyPr/>
        <a:lstStyle/>
        <a:p>
          <a:endParaRPr lang="en-US"/>
        </a:p>
      </dgm:t>
    </dgm:pt>
    <dgm:pt modelId="{6793391F-25AC-4552-A4D9-47551F27927B}" type="sibTrans" cxnId="{8CD13A84-7753-4899-ADB8-A6CB75D14297}">
      <dgm:prSet/>
      <dgm:spPr/>
      <dgm:t>
        <a:bodyPr/>
        <a:lstStyle/>
        <a:p>
          <a:endParaRPr lang="en-US"/>
        </a:p>
      </dgm:t>
    </dgm:pt>
    <dgm:pt modelId="{70DF98A6-7545-4DBF-9F6E-79AD556CA2FB}">
      <dgm:prSet/>
      <dgm:spPr/>
      <dgm:t>
        <a:bodyPr/>
        <a:lstStyle/>
        <a:p>
          <a:r>
            <a:rPr lang="de-DE"/>
            <a:t>User Service</a:t>
          </a:r>
          <a:endParaRPr lang="en-US"/>
        </a:p>
      </dgm:t>
    </dgm:pt>
    <dgm:pt modelId="{01072EF3-FB30-4DD3-92CB-7E939BFB8833}" type="parTrans" cxnId="{2442326F-0D49-4E9E-8C6E-C22F03A542E2}">
      <dgm:prSet/>
      <dgm:spPr/>
      <dgm:t>
        <a:bodyPr/>
        <a:lstStyle/>
        <a:p>
          <a:endParaRPr lang="en-US"/>
        </a:p>
      </dgm:t>
    </dgm:pt>
    <dgm:pt modelId="{3E3A0C46-2BD9-4C45-B88D-65A2F2DE81DB}" type="sibTrans" cxnId="{2442326F-0D49-4E9E-8C6E-C22F03A542E2}">
      <dgm:prSet/>
      <dgm:spPr/>
      <dgm:t>
        <a:bodyPr/>
        <a:lstStyle/>
        <a:p>
          <a:endParaRPr lang="en-US"/>
        </a:p>
      </dgm:t>
    </dgm:pt>
    <dgm:pt modelId="{2AF27491-DDC5-49AB-BE8F-416EF3DB7280}">
      <dgm:prSet/>
      <dgm:spPr/>
      <dgm:t>
        <a:bodyPr/>
        <a:lstStyle/>
        <a:p>
          <a:r>
            <a:rPr lang="de-DE"/>
            <a:t>Tennant Service</a:t>
          </a:r>
          <a:endParaRPr lang="en-US"/>
        </a:p>
      </dgm:t>
    </dgm:pt>
    <dgm:pt modelId="{B2C757D7-8F2B-4407-B9CA-71F3CA7B038F}" type="parTrans" cxnId="{40E95E3A-F099-41C7-A22B-EF89ED9EF681}">
      <dgm:prSet/>
      <dgm:spPr/>
      <dgm:t>
        <a:bodyPr/>
        <a:lstStyle/>
        <a:p>
          <a:endParaRPr lang="en-US"/>
        </a:p>
      </dgm:t>
    </dgm:pt>
    <dgm:pt modelId="{08DB446F-5F5B-439D-83A3-AF8B1698996E}" type="sibTrans" cxnId="{40E95E3A-F099-41C7-A22B-EF89ED9EF681}">
      <dgm:prSet/>
      <dgm:spPr/>
      <dgm:t>
        <a:bodyPr/>
        <a:lstStyle/>
        <a:p>
          <a:endParaRPr lang="en-US"/>
        </a:p>
      </dgm:t>
    </dgm:pt>
    <dgm:pt modelId="{34E06BFA-5C82-4710-934E-CA526ADB60BC}">
      <dgm:prSet/>
      <dgm:spPr/>
      <dgm:t>
        <a:bodyPr/>
        <a:lstStyle/>
        <a:p>
          <a:r>
            <a:rPr lang="de-DE"/>
            <a:t>noten-modulverwaltung-service</a:t>
          </a:r>
          <a:endParaRPr lang="en-US"/>
        </a:p>
      </dgm:t>
    </dgm:pt>
    <dgm:pt modelId="{0C8C0CB4-5527-4396-9A1F-B8DDCB071ECF}" type="parTrans" cxnId="{BD4AEF17-2D5D-4AFD-A2E2-6DC5196A1215}">
      <dgm:prSet/>
      <dgm:spPr/>
      <dgm:t>
        <a:bodyPr/>
        <a:lstStyle/>
        <a:p>
          <a:endParaRPr lang="en-US"/>
        </a:p>
      </dgm:t>
    </dgm:pt>
    <dgm:pt modelId="{6F8BFEE8-DD2C-48D9-9AD1-A1256A0977E8}" type="sibTrans" cxnId="{BD4AEF17-2D5D-4AFD-A2E2-6DC5196A1215}">
      <dgm:prSet/>
      <dgm:spPr/>
      <dgm:t>
        <a:bodyPr/>
        <a:lstStyle/>
        <a:p>
          <a:endParaRPr lang="en-US"/>
        </a:p>
      </dgm:t>
    </dgm:pt>
    <dgm:pt modelId="{A2336FF5-BA95-4256-AE7D-23003DD40EC9}">
      <dgm:prSet/>
      <dgm:spPr/>
      <dgm:t>
        <a:bodyPr/>
        <a:lstStyle/>
        <a:p>
          <a:r>
            <a:rPr lang="de-DE"/>
            <a:t>notenberechnung-service</a:t>
          </a:r>
          <a:endParaRPr lang="en-US"/>
        </a:p>
      </dgm:t>
    </dgm:pt>
    <dgm:pt modelId="{E2D24E47-7949-45B6-B600-EE0ACD3020C6}" type="parTrans" cxnId="{F8D050CD-BCCC-4652-A83D-65B6D4F28B46}">
      <dgm:prSet/>
      <dgm:spPr/>
      <dgm:t>
        <a:bodyPr/>
        <a:lstStyle/>
        <a:p>
          <a:endParaRPr lang="en-US"/>
        </a:p>
      </dgm:t>
    </dgm:pt>
    <dgm:pt modelId="{5CFE62F0-CFAF-4749-86B1-46CC46E0D719}" type="sibTrans" cxnId="{F8D050CD-BCCC-4652-A83D-65B6D4F28B46}">
      <dgm:prSet/>
      <dgm:spPr/>
      <dgm:t>
        <a:bodyPr/>
        <a:lstStyle/>
        <a:p>
          <a:endParaRPr lang="en-US"/>
        </a:p>
      </dgm:t>
    </dgm:pt>
    <dgm:pt modelId="{ADF6BBB3-6AF8-46F0-B107-A19E808C2245}">
      <dgm:prSet/>
      <dgm:spPr/>
      <dgm:t>
        <a:bodyPr/>
        <a:lstStyle/>
        <a:p>
          <a:r>
            <a:rPr lang="de-DE"/>
            <a:t>Kommunikation zwischen den APIs</a:t>
          </a:r>
          <a:endParaRPr lang="en-US"/>
        </a:p>
      </dgm:t>
    </dgm:pt>
    <dgm:pt modelId="{3F78AA7B-E905-4499-B510-1AA8ADB54ECB}" type="parTrans" cxnId="{B6A8FA75-EE37-4661-8025-00C55989F78F}">
      <dgm:prSet/>
      <dgm:spPr/>
      <dgm:t>
        <a:bodyPr/>
        <a:lstStyle/>
        <a:p>
          <a:endParaRPr lang="en-US"/>
        </a:p>
      </dgm:t>
    </dgm:pt>
    <dgm:pt modelId="{72890232-E6FA-4B50-845B-E3D0265E821F}" type="sibTrans" cxnId="{B6A8FA75-EE37-4661-8025-00C55989F78F}">
      <dgm:prSet/>
      <dgm:spPr/>
      <dgm:t>
        <a:bodyPr/>
        <a:lstStyle/>
        <a:p>
          <a:endParaRPr lang="en-US"/>
        </a:p>
      </dgm:t>
    </dgm:pt>
    <dgm:pt modelId="{EBA4E043-6679-427A-8B7C-CD46C029FDFC}">
      <dgm:prSet/>
      <dgm:spPr/>
      <dgm:t>
        <a:bodyPr/>
        <a:lstStyle/>
        <a:p>
          <a:r>
            <a:rPr lang="de-DE"/>
            <a:t>Demonstration</a:t>
          </a:r>
          <a:endParaRPr lang="en-US"/>
        </a:p>
      </dgm:t>
    </dgm:pt>
    <dgm:pt modelId="{2BEA8720-7DC7-4397-ACA0-09E43BC9F019}" type="parTrans" cxnId="{CDCCC134-8410-4118-BC03-A0D968C0E971}">
      <dgm:prSet/>
      <dgm:spPr/>
      <dgm:t>
        <a:bodyPr/>
        <a:lstStyle/>
        <a:p>
          <a:endParaRPr lang="en-US"/>
        </a:p>
      </dgm:t>
    </dgm:pt>
    <dgm:pt modelId="{79484245-5173-45D7-8514-C66CE0AF9340}" type="sibTrans" cxnId="{CDCCC134-8410-4118-BC03-A0D968C0E971}">
      <dgm:prSet/>
      <dgm:spPr/>
      <dgm:t>
        <a:bodyPr/>
        <a:lstStyle/>
        <a:p>
          <a:endParaRPr lang="en-US"/>
        </a:p>
      </dgm:t>
    </dgm:pt>
    <dgm:pt modelId="{318BD01B-64CB-495D-8175-6839C0398A3C}">
      <dgm:prSet/>
      <dgm:spPr/>
      <dgm:t>
        <a:bodyPr/>
        <a:lstStyle/>
        <a:p>
          <a:r>
            <a:rPr lang="de-DE"/>
            <a:t>Fazit</a:t>
          </a:r>
          <a:endParaRPr lang="en-US"/>
        </a:p>
      </dgm:t>
    </dgm:pt>
    <dgm:pt modelId="{918F0B52-8D20-40B9-AB48-8AA95A0CB3ED}" type="parTrans" cxnId="{A829982A-7A93-4A80-A9AD-4E0CBD484A94}">
      <dgm:prSet/>
      <dgm:spPr/>
      <dgm:t>
        <a:bodyPr/>
        <a:lstStyle/>
        <a:p>
          <a:endParaRPr lang="en-US"/>
        </a:p>
      </dgm:t>
    </dgm:pt>
    <dgm:pt modelId="{5F1BE521-0213-41EF-9575-1B3383FCACA3}" type="sibTrans" cxnId="{A829982A-7A93-4A80-A9AD-4E0CBD484A94}">
      <dgm:prSet/>
      <dgm:spPr/>
      <dgm:t>
        <a:bodyPr/>
        <a:lstStyle/>
        <a:p>
          <a:endParaRPr lang="en-US"/>
        </a:p>
      </dgm:t>
    </dgm:pt>
    <dgm:pt modelId="{AC959151-E21E-480C-A64C-07A0BA6997D8}" type="pres">
      <dgm:prSet presAssocID="{0822DA5E-A40C-4C4B-A6A3-10D54C4CDA08}" presName="vert0" presStyleCnt="0">
        <dgm:presLayoutVars>
          <dgm:dir/>
          <dgm:animOne val="branch"/>
          <dgm:animLvl val="lvl"/>
        </dgm:presLayoutVars>
      </dgm:prSet>
      <dgm:spPr/>
    </dgm:pt>
    <dgm:pt modelId="{406D3134-28FA-4750-93D9-2E237A79F7D2}" type="pres">
      <dgm:prSet presAssocID="{E7F4E3F4-E239-4DC6-9FA4-8293202B39DF}" presName="thickLine" presStyleLbl="alignNode1" presStyleIdx="0" presStyleCnt="11"/>
      <dgm:spPr/>
    </dgm:pt>
    <dgm:pt modelId="{7B1A0DC3-DB0E-4CEE-899E-C94A31F9128B}" type="pres">
      <dgm:prSet presAssocID="{E7F4E3F4-E239-4DC6-9FA4-8293202B39DF}" presName="horz1" presStyleCnt="0"/>
      <dgm:spPr/>
    </dgm:pt>
    <dgm:pt modelId="{7D08ACDC-3BB3-4432-BBD1-B3918407847C}" type="pres">
      <dgm:prSet presAssocID="{E7F4E3F4-E239-4DC6-9FA4-8293202B39DF}" presName="tx1" presStyleLbl="revTx" presStyleIdx="0" presStyleCnt="11"/>
      <dgm:spPr/>
    </dgm:pt>
    <dgm:pt modelId="{8F0F516A-23E3-4854-9EFE-C78798B3DC67}" type="pres">
      <dgm:prSet presAssocID="{E7F4E3F4-E239-4DC6-9FA4-8293202B39DF}" presName="vert1" presStyleCnt="0"/>
      <dgm:spPr/>
    </dgm:pt>
    <dgm:pt modelId="{1F1AF24B-037B-4A05-BC30-98F324701ABA}" type="pres">
      <dgm:prSet presAssocID="{A6790227-3EE6-45D4-A451-99C60FCE25F2}" presName="thickLine" presStyleLbl="alignNode1" presStyleIdx="1" presStyleCnt="11"/>
      <dgm:spPr/>
    </dgm:pt>
    <dgm:pt modelId="{40328AE6-5B44-4658-BFC2-EC0E7372B485}" type="pres">
      <dgm:prSet presAssocID="{A6790227-3EE6-45D4-A451-99C60FCE25F2}" presName="horz1" presStyleCnt="0"/>
      <dgm:spPr/>
    </dgm:pt>
    <dgm:pt modelId="{9E868369-7E31-41D7-A413-408FAFE56567}" type="pres">
      <dgm:prSet presAssocID="{A6790227-3EE6-45D4-A451-99C60FCE25F2}" presName="tx1" presStyleLbl="revTx" presStyleIdx="1" presStyleCnt="11"/>
      <dgm:spPr/>
    </dgm:pt>
    <dgm:pt modelId="{BCFDD293-E5F5-4EFB-A51D-895E25AF7383}" type="pres">
      <dgm:prSet presAssocID="{A6790227-3EE6-45D4-A451-99C60FCE25F2}" presName="vert1" presStyleCnt="0"/>
      <dgm:spPr/>
    </dgm:pt>
    <dgm:pt modelId="{1AB57F93-5D37-4495-90C8-A8A900E959CF}" type="pres">
      <dgm:prSet presAssocID="{D20896F5-94B4-48BA-8069-3F59700867B7}" presName="thickLine" presStyleLbl="alignNode1" presStyleIdx="2" presStyleCnt="11"/>
      <dgm:spPr/>
    </dgm:pt>
    <dgm:pt modelId="{D9849846-6581-45AB-AC3E-5819009CA4F9}" type="pres">
      <dgm:prSet presAssocID="{D20896F5-94B4-48BA-8069-3F59700867B7}" presName="horz1" presStyleCnt="0"/>
      <dgm:spPr/>
    </dgm:pt>
    <dgm:pt modelId="{9C113AF1-E74D-4705-8D78-C8312E220C0E}" type="pres">
      <dgm:prSet presAssocID="{D20896F5-94B4-48BA-8069-3F59700867B7}" presName="tx1" presStyleLbl="revTx" presStyleIdx="2" presStyleCnt="11"/>
      <dgm:spPr/>
    </dgm:pt>
    <dgm:pt modelId="{8B165067-AAF5-4CD0-A048-3263EDB6A5FC}" type="pres">
      <dgm:prSet presAssocID="{D20896F5-94B4-48BA-8069-3F59700867B7}" presName="vert1" presStyleCnt="0"/>
      <dgm:spPr/>
    </dgm:pt>
    <dgm:pt modelId="{FE466913-BF6B-41F9-A8F8-CFA35416B48D}" type="pres">
      <dgm:prSet presAssocID="{544E9317-4395-479C-A824-4119F51056C0}" presName="thickLine" presStyleLbl="alignNode1" presStyleIdx="3" presStyleCnt="11"/>
      <dgm:spPr/>
    </dgm:pt>
    <dgm:pt modelId="{1A80CEB0-658C-4BFB-A57D-17766A864288}" type="pres">
      <dgm:prSet presAssocID="{544E9317-4395-479C-A824-4119F51056C0}" presName="horz1" presStyleCnt="0"/>
      <dgm:spPr/>
    </dgm:pt>
    <dgm:pt modelId="{31D1BFC3-9352-4795-9A57-CE74D336A128}" type="pres">
      <dgm:prSet presAssocID="{544E9317-4395-479C-A824-4119F51056C0}" presName="tx1" presStyleLbl="revTx" presStyleIdx="3" presStyleCnt="11"/>
      <dgm:spPr/>
    </dgm:pt>
    <dgm:pt modelId="{E5A54C03-E94A-4202-8702-AB17590869EB}" type="pres">
      <dgm:prSet presAssocID="{544E9317-4395-479C-A824-4119F51056C0}" presName="vert1" presStyleCnt="0"/>
      <dgm:spPr/>
    </dgm:pt>
    <dgm:pt modelId="{4C3CBC15-EBC6-46BB-A555-514D5730CEE0}" type="pres">
      <dgm:prSet presAssocID="{70DF98A6-7545-4DBF-9F6E-79AD556CA2FB}" presName="thickLine" presStyleLbl="alignNode1" presStyleIdx="4" presStyleCnt="11"/>
      <dgm:spPr/>
    </dgm:pt>
    <dgm:pt modelId="{C0B08E9B-D5E9-4B95-BE93-0E1000F56D76}" type="pres">
      <dgm:prSet presAssocID="{70DF98A6-7545-4DBF-9F6E-79AD556CA2FB}" presName="horz1" presStyleCnt="0"/>
      <dgm:spPr/>
    </dgm:pt>
    <dgm:pt modelId="{0936C5EF-5193-4019-8E8E-3D2DED2E5E03}" type="pres">
      <dgm:prSet presAssocID="{70DF98A6-7545-4DBF-9F6E-79AD556CA2FB}" presName="tx1" presStyleLbl="revTx" presStyleIdx="4" presStyleCnt="11"/>
      <dgm:spPr/>
    </dgm:pt>
    <dgm:pt modelId="{ED906A4C-4F01-4414-B8AE-66652E447B1D}" type="pres">
      <dgm:prSet presAssocID="{70DF98A6-7545-4DBF-9F6E-79AD556CA2FB}" presName="vert1" presStyleCnt="0"/>
      <dgm:spPr/>
    </dgm:pt>
    <dgm:pt modelId="{2FA9DD3D-E45B-4F36-B529-132F38F192B5}" type="pres">
      <dgm:prSet presAssocID="{2AF27491-DDC5-49AB-BE8F-416EF3DB7280}" presName="thickLine" presStyleLbl="alignNode1" presStyleIdx="5" presStyleCnt="11"/>
      <dgm:spPr/>
    </dgm:pt>
    <dgm:pt modelId="{6107076C-E6BF-4EA6-A888-6C3DF8EB86E4}" type="pres">
      <dgm:prSet presAssocID="{2AF27491-DDC5-49AB-BE8F-416EF3DB7280}" presName="horz1" presStyleCnt="0"/>
      <dgm:spPr/>
    </dgm:pt>
    <dgm:pt modelId="{BE3D6519-0933-4CA5-B3A7-B9DA8014A8FC}" type="pres">
      <dgm:prSet presAssocID="{2AF27491-DDC5-49AB-BE8F-416EF3DB7280}" presName="tx1" presStyleLbl="revTx" presStyleIdx="5" presStyleCnt="11"/>
      <dgm:spPr/>
    </dgm:pt>
    <dgm:pt modelId="{B7FD4042-75D6-4988-BEAE-AC166D29C295}" type="pres">
      <dgm:prSet presAssocID="{2AF27491-DDC5-49AB-BE8F-416EF3DB7280}" presName="vert1" presStyleCnt="0"/>
      <dgm:spPr/>
    </dgm:pt>
    <dgm:pt modelId="{25953D02-C7D9-4EAF-9D09-5BAA83DCD1FE}" type="pres">
      <dgm:prSet presAssocID="{34E06BFA-5C82-4710-934E-CA526ADB60BC}" presName="thickLine" presStyleLbl="alignNode1" presStyleIdx="6" presStyleCnt="11"/>
      <dgm:spPr/>
    </dgm:pt>
    <dgm:pt modelId="{A0FB6F31-4192-4B65-8368-F37F22D726B7}" type="pres">
      <dgm:prSet presAssocID="{34E06BFA-5C82-4710-934E-CA526ADB60BC}" presName="horz1" presStyleCnt="0"/>
      <dgm:spPr/>
    </dgm:pt>
    <dgm:pt modelId="{66298F78-A084-4218-8962-51990F1B2A9E}" type="pres">
      <dgm:prSet presAssocID="{34E06BFA-5C82-4710-934E-CA526ADB60BC}" presName="tx1" presStyleLbl="revTx" presStyleIdx="6" presStyleCnt="11"/>
      <dgm:spPr/>
    </dgm:pt>
    <dgm:pt modelId="{C698B785-A38F-4553-897F-AED2554B682A}" type="pres">
      <dgm:prSet presAssocID="{34E06BFA-5C82-4710-934E-CA526ADB60BC}" presName="vert1" presStyleCnt="0"/>
      <dgm:spPr/>
    </dgm:pt>
    <dgm:pt modelId="{E5E22CC1-C620-4093-AB77-942D90CF8319}" type="pres">
      <dgm:prSet presAssocID="{A2336FF5-BA95-4256-AE7D-23003DD40EC9}" presName="thickLine" presStyleLbl="alignNode1" presStyleIdx="7" presStyleCnt="11"/>
      <dgm:spPr/>
    </dgm:pt>
    <dgm:pt modelId="{C8C52C6D-F241-46A6-A341-BD9E9C5990C5}" type="pres">
      <dgm:prSet presAssocID="{A2336FF5-BA95-4256-AE7D-23003DD40EC9}" presName="horz1" presStyleCnt="0"/>
      <dgm:spPr/>
    </dgm:pt>
    <dgm:pt modelId="{ACC202F1-F3F6-486F-BCD5-FE764DC6E81E}" type="pres">
      <dgm:prSet presAssocID="{A2336FF5-BA95-4256-AE7D-23003DD40EC9}" presName="tx1" presStyleLbl="revTx" presStyleIdx="7" presStyleCnt="11"/>
      <dgm:spPr/>
    </dgm:pt>
    <dgm:pt modelId="{D6B72B44-BB43-47EE-801C-39820653A88D}" type="pres">
      <dgm:prSet presAssocID="{A2336FF5-BA95-4256-AE7D-23003DD40EC9}" presName="vert1" presStyleCnt="0"/>
      <dgm:spPr/>
    </dgm:pt>
    <dgm:pt modelId="{643BFC5B-1026-478B-AE19-F18FBDD942A1}" type="pres">
      <dgm:prSet presAssocID="{ADF6BBB3-6AF8-46F0-B107-A19E808C2245}" presName="thickLine" presStyleLbl="alignNode1" presStyleIdx="8" presStyleCnt="11"/>
      <dgm:spPr/>
    </dgm:pt>
    <dgm:pt modelId="{B3180EBB-3250-4330-BFD8-461B8BDBC340}" type="pres">
      <dgm:prSet presAssocID="{ADF6BBB3-6AF8-46F0-B107-A19E808C2245}" presName="horz1" presStyleCnt="0"/>
      <dgm:spPr/>
    </dgm:pt>
    <dgm:pt modelId="{F014F326-9048-4626-AB5D-90BD19748EB5}" type="pres">
      <dgm:prSet presAssocID="{ADF6BBB3-6AF8-46F0-B107-A19E808C2245}" presName="tx1" presStyleLbl="revTx" presStyleIdx="8" presStyleCnt="11"/>
      <dgm:spPr/>
    </dgm:pt>
    <dgm:pt modelId="{BDFD1CDA-2A54-4AF9-83AA-9CD6D179296D}" type="pres">
      <dgm:prSet presAssocID="{ADF6BBB3-6AF8-46F0-B107-A19E808C2245}" presName="vert1" presStyleCnt="0"/>
      <dgm:spPr/>
    </dgm:pt>
    <dgm:pt modelId="{1458F20B-B1FA-415A-B2BC-1555565D7A9A}" type="pres">
      <dgm:prSet presAssocID="{EBA4E043-6679-427A-8B7C-CD46C029FDFC}" presName="thickLine" presStyleLbl="alignNode1" presStyleIdx="9" presStyleCnt="11"/>
      <dgm:spPr/>
    </dgm:pt>
    <dgm:pt modelId="{0D1C2392-1742-413D-B458-3C74A404C080}" type="pres">
      <dgm:prSet presAssocID="{EBA4E043-6679-427A-8B7C-CD46C029FDFC}" presName="horz1" presStyleCnt="0"/>
      <dgm:spPr/>
    </dgm:pt>
    <dgm:pt modelId="{D11815B3-1DF3-4B53-8EDC-26D98DAF6B69}" type="pres">
      <dgm:prSet presAssocID="{EBA4E043-6679-427A-8B7C-CD46C029FDFC}" presName="tx1" presStyleLbl="revTx" presStyleIdx="9" presStyleCnt="11"/>
      <dgm:spPr/>
    </dgm:pt>
    <dgm:pt modelId="{7090DE8F-A430-485A-B79B-E694201A2BF4}" type="pres">
      <dgm:prSet presAssocID="{EBA4E043-6679-427A-8B7C-CD46C029FDFC}" presName="vert1" presStyleCnt="0"/>
      <dgm:spPr/>
    </dgm:pt>
    <dgm:pt modelId="{BE885583-5BAC-4170-8E4E-77D7FDC7F94A}" type="pres">
      <dgm:prSet presAssocID="{318BD01B-64CB-495D-8175-6839C0398A3C}" presName="thickLine" presStyleLbl="alignNode1" presStyleIdx="10" presStyleCnt="11"/>
      <dgm:spPr/>
    </dgm:pt>
    <dgm:pt modelId="{47C2AD89-6EB0-4C80-8E40-B5805AF2D28F}" type="pres">
      <dgm:prSet presAssocID="{318BD01B-64CB-495D-8175-6839C0398A3C}" presName="horz1" presStyleCnt="0"/>
      <dgm:spPr/>
    </dgm:pt>
    <dgm:pt modelId="{A7082F4D-DC8B-4AB6-A89D-A0A7D7128458}" type="pres">
      <dgm:prSet presAssocID="{318BD01B-64CB-495D-8175-6839C0398A3C}" presName="tx1" presStyleLbl="revTx" presStyleIdx="10" presStyleCnt="11"/>
      <dgm:spPr/>
    </dgm:pt>
    <dgm:pt modelId="{12168E9F-F19C-45D0-ABB5-0594E3964929}" type="pres">
      <dgm:prSet presAssocID="{318BD01B-64CB-495D-8175-6839C0398A3C}" presName="vert1" presStyleCnt="0"/>
      <dgm:spPr/>
    </dgm:pt>
  </dgm:ptLst>
  <dgm:cxnLst>
    <dgm:cxn modelId="{BB359212-0B9A-4533-9F66-5328EB691368}" srcId="{0822DA5E-A40C-4C4B-A6A3-10D54C4CDA08}" destId="{A6790227-3EE6-45D4-A451-99C60FCE25F2}" srcOrd="1" destOrd="0" parTransId="{D02D670C-AD2A-4F74-9C26-1954E474DC1F}" sibTransId="{8120E2BD-39B0-4C3E-AFE3-14FF49CE5FA5}"/>
    <dgm:cxn modelId="{BD4AEF17-2D5D-4AFD-A2E2-6DC5196A1215}" srcId="{0822DA5E-A40C-4C4B-A6A3-10D54C4CDA08}" destId="{34E06BFA-5C82-4710-934E-CA526ADB60BC}" srcOrd="6" destOrd="0" parTransId="{0C8C0CB4-5527-4396-9A1F-B8DDCB071ECF}" sibTransId="{6F8BFEE8-DD2C-48D9-9AD1-A1256A0977E8}"/>
    <dgm:cxn modelId="{A829982A-7A93-4A80-A9AD-4E0CBD484A94}" srcId="{0822DA5E-A40C-4C4B-A6A3-10D54C4CDA08}" destId="{318BD01B-64CB-495D-8175-6839C0398A3C}" srcOrd="10" destOrd="0" parTransId="{918F0B52-8D20-40B9-AB48-8AA95A0CB3ED}" sibTransId="{5F1BE521-0213-41EF-9575-1B3383FCACA3}"/>
    <dgm:cxn modelId="{CDCCC134-8410-4118-BC03-A0D968C0E971}" srcId="{0822DA5E-A40C-4C4B-A6A3-10D54C4CDA08}" destId="{EBA4E043-6679-427A-8B7C-CD46C029FDFC}" srcOrd="9" destOrd="0" parTransId="{2BEA8720-7DC7-4397-ACA0-09E43BC9F019}" sibTransId="{79484245-5173-45D7-8514-C66CE0AF9340}"/>
    <dgm:cxn modelId="{40E95E3A-F099-41C7-A22B-EF89ED9EF681}" srcId="{0822DA5E-A40C-4C4B-A6A3-10D54C4CDA08}" destId="{2AF27491-DDC5-49AB-BE8F-416EF3DB7280}" srcOrd="5" destOrd="0" parTransId="{B2C757D7-8F2B-4407-B9CA-71F3CA7B038F}" sibTransId="{08DB446F-5F5B-439D-83A3-AF8B1698996E}"/>
    <dgm:cxn modelId="{62CB3D43-6AAD-488D-A515-47DF26C08F0B}" srcId="{0822DA5E-A40C-4C4B-A6A3-10D54C4CDA08}" destId="{D20896F5-94B4-48BA-8069-3F59700867B7}" srcOrd="2" destOrd="0" parTransId="{26C9442A-3898-4242-AF58-80D2D59C6000}" sibTransId="{B43CA727-CE7F-4BA5-B353-6CC8383C8230}"/>
    <dgm:cxn modelId="{C4D14566-5158-41CF-8A93-58E4DC23F65A}" type="presOf" srcId="{318BD01B-64CB-495D-8175-6839C0398A3C}" destId="{A7082F4D-DC8B-4AB6-A89D-A0A7D7128458}" srcOrd="0" destOrd="0" presId="urn:microsoft.com/office/officeart/2008/layout/LinedList"/>
    <dgm:cxn modelId="{54B1814E-1622-44B4-9EE3-0A26BF0AC11E}" type="presOf" srcId="{0822DA5E-A40C-4C4B-A6A3-10D54C4CDA08}" destId="{AC959151-E21E-480C-A64C-07A0BA6997D8}" srcOrd="0" destOrd="0" presId="urn:microsoft.com/office/officeart/2008/layout/LinedList"/>
    <dgm:cxn modelId="{2442326F-0D49-4E9E-8C6E-C22F03A542E2}" srcId="{0822DA5E-A40C-4C4B-A6A3-10D54C4CDA08}" destId="{70DF98A6-7545-4DBF-9F6E-79AD556CA2FB}" srcOrd="4" destOrd="0" parTransId="{01072EF3-FB30-4DD3-92CB-7E939BFB8833}" sibTransId="{3E3A0C46-2BD9-4C45-B88D-65A2F2DE81DB}"/>
    <dgm:cxn modelId="{BB829A70-A247-4566-816D-067CB0AA3411}" type="presOf" srcId="{ADF6BBB3-6AF8-46F0-B107-A19E808C2245}" destId="{F014F326-9048-4626-AB5D-90BD19748EB5}" srcOrd="0" destOrd="0" presId="urn:microsoft.com/office/officeart/2008/layout/LinedList"/>
    <dgm:cxn modelId="{B6A8FA75-EE37-4661-8025-00C55989F78F}" srcId="{0822DA5E-A40C-4C4B-A6A3-10D54C4CDA08}" destId="{ADF6BBB3-6AF8-46F0-B107-A19E808C2245}" srcOrd="8" destOrd="0" parTransId="{3F78AA7B-E905-4499-B510-1AA8ADB54ECB}" sibTransId="{72890232-E6FA-4B50-845B-E3D0265E821F}"/>
    <dgm:cxn modelId="{DFFDC056-42AC-4729-AFEB-1CC8054E74F2}" type="presOf" srcId="{A6790227-3EE6-45D4-A451-99C60FCE25F2}" destId="{9E868369-7E31-41D7-A413-408FAFE56567}" srcOrd="0" destOrd="0" presId="urn:microsoft.com/office/officeart/2008/layout/LinedList"/>
    <dgm:cxn modelId="{EBFACC78-A1F4-43D9-9021-D6463B657482}" type="presOf" srcId="{E7F4E3F4-E239-4DC6-9FA4-8293202B39DF}" destId="{7D08ACDC-3BB3-4432-BBD1-B3918407847C}" srcOrd="0" destOrd="0" presId="urn:microsoft.com/office/officeart/2008/layout/LinedList"/>
    <dgm:cxn modelId="{8CD13A84-7753-4899-ADB8-A6CB75D14297}" srcId="{0822DA5E-A40C-4C4B-A6A3-10D54C4CDA08}" destId="{544E9317-4395-479C-A824-4119F51056C0}" srcOrd="3" destOrd="0" parTransId="{D7C46AC9-5129-427C-93F8-C9E4A98DA504}" sibTransId="{6793391F-25AC-4552-A4D9-47551F27927B}"/>
    <dgm:cxn modelId="{1D33258B-3AE8-4821-8B1E-96228E1654E3}" type="presOf" srcId="{A2336FF5-BA95-4256-AE7D-23003DD40EC9}" destId="{ACC202F1-F3F6-486F-BCD5-FE764DC6E81E}" srcOrd="0" destOrd="0" presId="urn:microsoft.com/office/officeart/2008/layout/LinedList"/>
    <dgm:cxn modelId="{CDAAB490-243C-498E-A606-734175B6DC70}" type="presOf" srcId="{2AF27491-DDC5-49AB-BE8F-416EF3DB7280}" destId="{BE3D6519-0933-4CA5-B3A7-B9DA8014A8FC}" srcOrd="0" destOrd="0" presId="urn:microsoft.com/office/officeart/2008/layout/LinedList"/>
    <dgm:cxn modelId="{7B267992-F46B-46C2-8BBA-2742BC604AEB}" type="presOf" srcId="{D20896F5-94B4-48BA-8069-3F59700867B7}" destId="{9C113AF1-E74D-4705-8D78-C8312E220C0E}" srcOrd="0" destOrd="0" presId="urn:microsoft.com/office/officeart/2008/layout/LinedList"/>
    <dgm:cxn modelId="{45B504A4-FE73-4058-8B4E-B7074C1EDE10}" type="presOf" srcId="{544E9317-4395-479C-A824-4119F51056C0}" destId="{31D1BFC3-9352-4795-9A57-CE74D336A128}" srcOrd="0" destOrd="0" presId="urn:microsoft.com/office/officeart/2008/layout/LinedList"/>
    <dgm:cxn modelId="{E0F394AB-FEDC-4EDF-B199-018C4D028D0A}" srcId="{0822DA5E-A40C-4C4B-A6A3-10D54C4CDA08}" destId="{E7F4E3F4-E239-4DC6-9FA4-8293202B39DF}" srcOrd="0" destOrd="0" parTransId="{1577DCAA-B4BC-423B-AB58-88D5AC455E3D}" sibTransId="{97F6F165-B31B-4605-A85B-5C5B748D7180}"/>
    <dgm:cxn modelId="{BBF5C4AC-EB04-4CB4-AADB-AF8C7F8DBAD7}" type="presOf" srcId="{34E06BFA-5C82-4710-934E-CA526ADB60BC}" destId="{66298F78-A084-4218-8962-51990F1B2A9E}" srcOrd="0" destOrd="0" presId="urn:microsoft.com/office/officeart/2008/layout/LinedList"/>
    <dgm:cxn modelId="{F8D050CD-BCCC-4652-A83D-65B6D4F28B46}" srcId="{0822DA5E-A40C-4C4B-A6A3-10D54C4CDA08}" destId="{A2336FF5-BA95-4256-AE7D-23003DD40EC9}" srcOrd="7" destOrd="0" parTransId="{E2D24E47-7949-45B6-B600-EE0ACD3020C6}" sibTransId="{5CFE62F0-CFAF-4749-86B1-46CC46E0D719}"/>
    <dgm:cxn modelId="{017650FA-9303-4C33-9383-3AC7EB3E6D7D}" type="presOf" srcId="{70DF98A6-7545-4DBF-9F6E-79AD556CA2FB}" destId="{0936C5EF-5193-4019-8E8E-3D2DED2E5E03}" srcOrd="0" destOrd="0" presId="urn:microsoft.com/office/officeart/2008/layout/LinedList"/>
    <dgm:cxn modelId="{F89FA7FB-763D-4E09-AEB1-DD032061B6B4}" type="presOf" srcId="{EBA4E043-6679-427A-8B7C-CD46C029FDFC}" destId="{D11815B3-1DF3-4B53-8EDC-26D98DAF6B69}" srcOrd="0" destOrd="0" presId="urn:microsoft.com/office/officeart/2008/layout/LinedList"/>
    <dgm:cxn modelId="{196DC50C-599A-4501-9520-F3D15A115EE6}" type="presParOf" srcId="{AC959151-E21E-480C-A64C-07A0BA6997D8}" destId="{406D3134-28FA-4750-93D9-2E237A79F7D2}" srcOrd="0" destOrd="0" presId="urn:microsoft.com/office/officeart/2008/layout/LinedList"/>
    <dgm:cxn modelId="{6A86CE79-3FBA-4AEC-94B1-F105DF2DF255}" type="presParOf" srcId="{AC959151-E21E-480C-A64C-07A0BA6997D8}" destId="{7B1A0DC3-DB0E-4CEE-899E-C94A31F9128B}" srcOrd="1" destOrd="0" presId="urn:microsoft.com/office/officeart/2008/layout/LinedList"/>
    <dgm:cxn modelId="{25C1282B-F827-4AD1-BAD1-A8D5423E61F2}" type="presParOf" srcId="{7B1A0DC3-DB0E-4CEE-899E-C94A31F9128B}" destId="{7D08ACDC-3BB3-4432-BBD1-B3918407847C}" srcOrd="0" destOrd="0" presId="urn:microsoft.com/office/officeart/2008/layout/LinedList"/>
    <dgm:cxn modelId="{7D211783-1448-46CD-98A2-0A2FE073F282}" type="presParOf" srcId="{7B1A0DC3-DB0E-4CEE-899E-C94A31F9128B}" destId="{8F0F516A-23E3-4854-9EFE-C78798B3DC67}" srcOrd="1" destOrd="0" presId="urn:microsoft.com/office/officeart/2008/layout/LinedList"/>
    <dgm:cxn modelId="{9C634516-A08B-46E1-8325-617ABFC61ED0}" type="presParOf" srcId="{AC959151-E21E-480C-A64C-07A0BA6997D8}" destId="{1F1AF24B-037B-4A05-BC30-98F324701ABA}" srcOrd="2" destOrd="0" presId="urn:microsoft.com/office/officeart/2008/layout/LinedList"/>
    <dgm:cxn modelId="{928B3CBE-7E6B-458C-A20C-99CF3A986717}" type="presParOf" srcId="{AC959151-E21E-480C-A64C-07A0BA6997D8}" destId="{40328AE6-5B44-4658-BFC2-EC0E7372B485}" srcOrd="3" destOrd="0" presId="urn:microsoft.com/office/officeart/2008/layout/LinedList"/>
    <dgm:cxn modelId="{8EC4DCC6-140C-42FF-A190-31D227B19AD4}" type="presParOf" srcId="{40328AE6-5B44-4658-BFC2-EC0E7372B485}" destId="{9E868369-7E31-41D7-A413-408FAFE56567}" srcOrd="0" destOrd="0" presId="urn:microsoft.com/office/officeart/2008/layout/LinedList"/>
    <dgm:cxn modelId="{A074BC71-A4D2-497B-A8A6-225E605C648D}" type="presParOf" srcId="{40328AE6-5B44-4658-BFC2-EC0E7372B485}" destId="{BCFDD293-E5F5-4EFB-A51D-895E25AF7383}" srcOrd="1" destOrd="0" presId="urn:microsoft.com/office/officeart/2008/layout/LinedList"/>
    <dgm:cxn modelId="{60F5F48C-FD69-487D-8F83-B5F7B06F29A3}" type="presParOf" srcId="{AC959151-E21E-480C-A64C-07A0BA6997D8}" destId="{1AB57F93-5D37-4495-90C8-A8A900E959CF}" srcOrd="4" destOrd="0" presId="urn:microsoft.com/office/officeart/2008/layout/LinedList"/>
    <dgm:cxn modelId="{C5DDBA2C-92A5-4377-8123-4AE80955631F}" type="presParOf" srcId="{AC959151-E21E-480C-A64C-07A0BA6997D8}" destId="{D9849846-6581-45AB-AC3E-5819009CA4F9}" srcOrd="5" destOrd="0" presId="urn:microsoft.com/office/officeart/2008/layout/LinedList"/>
    <dgm:cxn modelId="{4510B749-FA59-4FAB-BEE3-DFE11576D237}" type="presParOf" srcId="{D9849846-6581-45AB-AC3E-5819009CA4F9}" destId="{9C113AF1-E74D-4705-8D78-C8312E220C0E}" srcOrd="0" destOrd="0" presId="urn:microsoft.com/office/officeart/2008/layout/LinedList"/>
    <dgm:cxn modelId="{E0579033-B3AA-4358-BEB1-214ED5774A6A}" type="presParOf" srcId="{D9849846-6581-45AB-AC3E-5819009CA4F9}" destId="{8B165067-AAF5-4CD0-A048-3263EDB6A5FC}" srcOrd="1" destOrd="0" presId="urn:microsoft.com/office/officeart/2008/layout/LinedList"/>
    <dgm:cxn modelId="{08465E34-E0C5-49D6-BA75-31C4C659D3BB}" type="presParOf" srcId="{AC959151-E21E-480C-A64C-07A0BA6997D8}" destId="{FE466913-BF6B-41F9-A8F8-CFA35416B48D}" srcOrd="6" destOrd="0" presId="urn:microsoft.com/office/officeart/2008/layout/LinedList"/>
    <dgm:cxn modelId="{2D6E04F2-50F1-487E-BC77-91362B311350}" type="presParOf" srcId="{AC959151-E21E-480C-A64C-07A0BA6997D8}" destId="{1A80CEB0-658C-4BFB-A57D-17766A864288}" srcOrd="7" destOrd="0" presId="urn:microsoft.com/office/officeart/2008/layout/LinedList"/>
    <dgm:cxn modelId="{935DECA8-7856-4175-9AFF-C57435E14CFC}" type="presParOf" srcId="{1A80CEB0-658C-4BFB-A57D-17766A864288}" destId="{31D1BFC3-9352-4795-9A57-CE74D336A128}" srcOrd="0" destOrd="0" presId="urn:microsoft.com/office/officeart/2008/layout/LinedList"/>
    <dgm:cxn modelId="{88C7EF06-98E8-4AC2-8544-74E1E6B091FE}" type="presParOf" srcId="{1A80CEB0-658C-4BFB-A57D-17766A864288}" destId="{E5A54C03-E94A-4202-8702-AB17590869EB}" srcOrd="1" destOrd="0" presId="urn:microsoft.com/office/officeart/2008/layout/LinedList"/>
    <dgm:cxn modelId="{771DDA79-E6D5-4E10-A294-84B14D730571}" type="presParOf" srcId="{AC959151-E21E-480C-A64C-07A0BA6997D8}" destId="{4C3CBC15-EBC6-46BB-A555-514D5730CEE0}" srcOrd="8" destOrd="0" presId="urn:microsoft.com/office/officeart/2008/layout/LinedList"/>
    <dgm:cxn modelId="{47BB109C-91DE-46CE-BB30-D1CA56005EE1}" type="presParOf" srcId="{AC959151-E21E-480C-A64C-07A0BA6997D8}" destId="{C0B08E9B-D5E9-4B95-BE93-0E1000F56D76}" srcOrd="9" destOrd="0" presId="urn:microsoft.com/office/officeart/2008/layout/LinedList"/>
    <dgm:cxn modelId="{07A59F1A-1A0B-428C-AAED-143A896FA220}" type="presParOf" srcId="{C0B08E9B-D5E9-4B95-BE93-0E1000F56D76}" destId="{0936C5EF-5193-4019-8E8E-3D2DED2E5E03}" srcOrd="0" destOrd="0" presId="urn:microsoft.com/office/officeart/2008/layout/LinedList"/>
    <dgm:cxn modelId="{76F5BB44-18FB-46F3-B5E8-F414D7864BD8}" type="presParOf" srcId="{C0B08E9B-D5E9-4B95-BE93-0E1000F56D76}" destId="{ED906A4C-4F01-4414-B8AE-66652E447B1D}" srcOrd="1" destOrd="0" presId="urn:microsoft.com/office/officeart/2008/layout/LinedList"/>
    <dgm:cxn modelId="{8929D5D1-94D5-4E51-B871-85C743946C52}" type="presParOf" srcId="{AC959151-E21E-480C-A64C-07A0BA6997D8}" destId="{2FA9DD3D-E45B-4F36-B529-132F38F192B5}" srcOrd="10" destOrd="0" presId="urn:microsoft.com/office/officeart/2008/layout/LinedList"/>
    <dgm:cxn modelId="{B79B1E99-39EF-4C9B-94EB-10E25595953A}" type="presParOf" srcId="{AC959151-E21E-480C-A64C-07A0BA6997D8}" destId="{6107076C-E6BF-4EA6-A888-6C3DF8EB86E4}" srcOrd="11" destOrd="0" presId="urn:microsoft.com/office/officeart/2008/layout/LinedList"/>
    <dgm:cxn modelId="{9121FF52-5BDF-41C9-BF4C-7D884A46ADC4}" type="presParOf" srcId="{6107076C-E6BF-4EA6-A888-6C3DF8EB86E4}" destId="{BE3D6519-0933-4CA5-B3A7-B9DA8014A8FC}" srcOrd="0" destOrd="0" presId="urn:microsoft.com/office/officeart/2008/layout/LinedList"/>
    <dgm:cxn modelId="{28126D88-4751-4B72-B432-E6911C4130A9}" type="presParOf" srcId="{6107076C-E6BF-4EA6-A888-6C3DF8EB86E4}" destId="{B7FD4042-75D6-4988-BEAE-AC166D29C295}" srcOrd="1" destOrd="0" presId="urn:microsoft.com/office/officeart/2008/layout/LinedList"/>
    <dgm:cxn modelId="{2CD4C861-9F5C-474E-8B64-91448B806A1B}" type="presParOf" srcId="{AC959151-E21E-480C-A64C-07A0BA6997D8}" destId="{25953D02-C7D9-4EAF-9D09-5BAA83DCD1FE}" srcOrd="12" destOrd="0" presId="urn:microsoft.com/office/officeart/2008/layout/LinedList"/>
    <dgm:cxn modelId="{CFBB7562-EB81-467B-B497-7BA2D0186F32}" type="presParOf" srcId="{AC959151-E21E-480C-A64C-07A0BA6997D8}" destId="{A0FB6F31-4192-4B65-8368-F37F22D726B7}" srcOrd="13" destOrd="0" presId="urn:microsoft.com/office/officeart/2008/layout/LinedList"/>
    <dgm:cxn modelId="{7E585370-1E32-4540-8C66-6679B377FFB5}" type="presParOf" srcId="{A0FB6F31-4192-4B65-8368-F37F22D726B7}" destId="{66298F78-A084-4218-8962-51990F1B2A9E}" srcOrd="0" destOrd="0" presId="urn:microsoft.com/office/officeart/2008/layout/LinedList"/>
    <dgm:cxn modelId="{A3B70EC2-5919-497C-AD9A-3DDBEB9BA82D}" type="presParOf" srcId="{A0FB6F31-4192-4B65-8368-F37F22D726B7}" destId="{C698B785-A38F-4553-897F-AED2554B682A}" srcOrd="1" destOrd="0" presId="urn:microsoft.com/office/officeart/2008/layout/LinedList"/>
    <dgm:cxn modelId="{D1D4BF2B-2E14-4556-AF6A-28F2E25E8089}" type="presParOf" srcId="{AC959151-E21E-480C-A64C-07A0BA6997D8}" destId="{E5E22CC1-C620-4093-AB77-942D90CF8319}" srcOrd="14" destOrd="0" presId="urn:microsoft.com/office/officeart/2008/layout/LinedList"/>
    <dgm:cxn modelId="{788C00BF-ED03-49F4-A82D-177A2ED31FC8}" type="presParOf" srcId="{AC959151-E21E-480C-A64C-07A0BA6997D8}" destId="{C8C52C6D-F241-46A6-A341-BD9E9C5990C5}" srcOrd="15" destOrd="0" presId="urn:microsoft.com/office/officeart/2008/layout/LinedList"/>
    <dgm:cxn modelId="{71034F9F-B0D4-4AD8-9FAE-96EF1E16C128}" type="presParOf" srcId="{C8C52C6D-F241-46A6-A341-BD9E9C5990C5}" destId="{ACC202F1-F3F6-486F-BCD5-FE764DC6E81E}" srcOrd="0" destOrd="0" presId="urn:microsoft.com/office/officeart/2008/layout/LinedList"/>
    <dgm:cxn modelId="{29AB8EA8-F0CE-4AA4-81EB-637C3DCD55D2}" type="presParOf" srcId="{C8C52C6D-F241-46A6-A341-BD9E9C5990C5}" destId="{D6B72B44-BB43-47EE-801C-39820653A88D}" srcOrd="1" destOrd="0" presId="urn:microsoft.com/office/officeart/2008/layout/LinedList"/>
    <dgm:cxn modelId="{9D3BA2E3-24B5-4EC2-BBED-764FA0A67205}" type="presParOf" srcId="{AC959151-E21E-480C-A64C-07A0BA6997D8}" destId="{643BFC5B-1026-478B-AE19-F18FBDD942A1}" srcOrd="16" destOrd="0" presId="urn:microsoft.com/office/officeart/2008/layout/LinedList"/>
    <dgm:cxn modelId="{EDA78836-37F7-4CAE-BA7D-5DF8C666FEEB}" type="presParOf" srcId="{AC959151-E21E-480C-A64C-07A0BA6997D8}" destId="{B3180EBB-3250-4330-BFD8-461B8BDBC340}" srcOrd="17" destOrd="0" presId="urn:microsoft.com/office/officeart/2008/layout/LinedList"/>
    <dgm:cxn modelId="{DCB20B1D-42D7-416A-B448-4954D9119389}" type="presParOf" srcId="{B3180EBB-3250-4330-BFD8-461B8BDBC340}" destId="{F014F326-9048-4626-AB5D-90BD19748EB5}" srcOrd="0" destOrd="0" presId="urn:microsoft.com/office/officeart/2008/layout/LinedList"/>
    <dgm:cxn modelId="{DFBBB386-EAB0-43BA-82E3-0F33AE09A3E0}" type="presParOf" srcId="{B3180EBB-3250-4330-BFD8-461B8BDBC340}" destId="{BDFD1CDA-2A54-4AF9-83AA-9CD6D179296D}" srcOrd="1" destOrd="0" presId="urn:microsoft.com/office/officeart/2008/layout/LinedList"/>
    <dgm:cxn modelId="{F796F299-96CA-4266-B5D9-A231E21CF084}" type="presParOf" srcId="{AC959151-E21E-480C-A64C-07A0BA6997D8}" destId="{1458F20B-B1FA-415A-B2BC-1555565D7A9A}" srcOrd="18" destOrd="0" presId="urn:microsoft.com/office/officeart/2008/layout/LinedList"/>
    <dgm:cxn modelId="{F5E51C90-B2B6-4333-BF1C-AF8134975A92}" type="presParOf" srcId="{AC959151-E21E-480C-A64C-07A0BA6997D8}" destId="{0D1C2392-1742-413D-B458-3C74A404C080}" srcOrd="19" destOrd="0" presId="urn:microsoft.com/office/officeart/2008/layout/LinedList"/>
    <dgm:cxn modelId="{409BEB78-479E-4984-9DDB-686CB9748CE3}" type="presParOf" srcId="{0D1C2392-1742-413D-B458-3C74A404C080}" destId="{D11815B3-1DF3-4B53-8EDC-26D98DAF6B69}" srcOrd="0" destOrd="0" presId="urn:microsoft.com/office/officeart/2008/layout/LinedList"/>
    <dgm:cxn modelId="{BEC1E212-AD49-4BD3-A75E-65BDA0CDD55C}" type="presParOf" srcId="{0D1C2392-1742-413D-B458-3C74A404C080}" destId="{7090DE8F-A430-485A-B79B-E694201A2BF4}" srcOrd="1" destOrd="0" presId="urn:microsoft.com/office/officeart/2008/layout/LinedList"/>
    <dgm:cxn modelId="{8B2993B4-2EC7-434E-8B3C-91E455D2C41E}" type="presParOf" srcId="{AC959151-E21E-480C-A64C-07A0BA6997D8}" destId="{BE885583-5BAC-4170-8E4E-77D7FDC7F94A}" srcOrd="20" destOrd="0" presId="urn:microsoft.com/office/officeart/2008/layout/LinedList"/>
    <dgm:cxn modelId="{C9CD763A-3A64-4FE1-A314-9E86F3FACF58}" type="presParOf" srcId="{AC959151-E21E-480C-A64C-07A0BA6997D8}" destId="{47C2AD89-6EB0-4C80-8E40-B5805AF2D28F}" srcOrd="21" destOrd="0" presId="urn:microsoft.com/office/officeart/2008/layout/LinedList"/>
    <dgm:cxn modelId="{0E63D487-D310-4164-9C92-E90760AD63EA}" type="presParOf" srcId="{47C2AD89-6EB0-4C80-8E40-B5805AF2D28F}" destId="{A7082F4D-DC8B-4AB6-A89D-A0A7D7128458}" srcOrd="0" destOrd="0" presId="urn:microsoft.com/office/officeart/2008/layout/LinedList"/>
    <dgm:cxn modelId="{1FE68A35-191D-4C7C-A357-933C436C0748}" type="presParOf" srcId="{47C2AD89-6EB0-4C80-8E40-B5805AF2D28F}" destId="{12168E9F-F19C-45D0-ABB5-0594E396492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3D3AD0-8393-4095-A5FF-C20D4E538636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3EE8DB9-DF85-428B-8EC4-16FC74FBF2FF}">
      <dgm:prSet/>
      <dgm:spPr/>
      <dgm:t>
        <a:bodyPr/>
        <a:lstStyle/>
        <a:p>
          <a:r>
            <a:rPr lang="de-DE" dirty="0"/>
            <a:t>Studierende eintragen und verwaltet </a:t>
          </a:r>
          <a:endParaRPr lang="en-US" dirty="0"/>
        </a:p>
      </dgm:t>
    </dgm:pt>
    <dgm:pt modelId="{A862292C-C819-4920-9B23-643083CC4029}" type="parTrans" cxnId="{CAF9ECD8-D548-4131-8F59-0B8D808B9462}">
      <dgm:prSet/>
      <dgm:spPr/>
      <dgm:t>
        <a:bodyPr/>
        <a:lstStyle/>
        <a:p>
          <a:endParaRPr lang="en-US"/>
        </a:p>
      </dgm:t>
    </dgm:pt>
    <dgm:pt modelId="{C3D7B6EE-71CD-45E7-815F-4EB01B454353}" type="sibTrans" cxnId="{CAF9ECD8-D548-4131-8F59-0B8D808B9462}">
      <dgm:prSet/>
      <dgm:spPr/>
      <dgm:t>
        <a:bodyPr/>
        <a:lstStyle/>
        <a:p>
          <a:endParaRPr lang="en-US"/>
        </a:p>
      </dgm:t>
    </dgm:pt>
    <dgm:pt modelId="{3D209A05-1910-44ED-BD62-160FB4FA9AD0}">
      <dgm:prSet/>
      <dgm:spPr/>
      <dgm:t>
        <a:bodyPr/>
        <a:lstStyle/>
        <a:p>
          <a:r>
            <a:rPr lang="de-DE" dirty="0"/>
            <a:t>Noten für einzelne Module erfasst, bearbeitet und validiert  so wie Gesamt- und Durchschnittsnoten berechnen</a:t>
          </a:r>
          <a:endParaRPr lang="en-US" dirty="0"/>
        </a:p>
      </dgm:t>
    </dgm:pt>
    <dgm:pt modelId="{47E95BE0-C32D-4EDD-BADD-7E21294A97AC}" type="parTrans" cxnId="{D128356D-B7DE-44B6-902A-AE420ACE8FBE}">
      <dgm:prSet/>
      <dgm:spPr/>
      <dgm:t>
        <a:bodyPr/>
        <a:lstStyle/>
        <a:p>
          <a:endParaRPr lang="en-US"/>
        </a:p>
      </dgm:t>
    </dgm:pt>
    <dgm:pt modelId="{41F37E94-93DA-452A-8C1B-F3A37517582A}" type="sibTrans" cxnId="{D128356D-B7DE-44B6-902A-AE420ACE8FBE}">
      <dgm:prSet/>
      <dgm:spPr/>
      <dgm:t>
        <a:bodyPr/>
        <a:lstStyle/>
        <a:p>
          <a:endParaRPr lang="en-US"/>
        </a:p>
      </dgm:t>
    </dgm:pt>
    <dgm:pt modelId="{B0AAB17D-9182-4502-9F79-FE4760AB8DFC}">
      <dgm:prSet/>
      <dgm:spPr/>
      <dgm:t>
        <a:bodyPr/>
        <a:lstStyle/>
        <a:p>
          <a:r>
            <a:rPr lang="de-DE" dirty="0"/>
            <a:t>verschiedene Nutzerrollen (z. B. Studierende, Lehrende, Prüfungsamt) mit unterschiedlichen Berechtigungen existieren</a:t>
          </a:r>
          <a:endParaRPr lang="en-US" dirty="0"/>
        </a:p>
      </dgm:t>
    </dgm:pt>
    <dgm:pt modelId="{E0C1FAAA-4761-4D27-A619-4BD2FB1EAB45}" type="parTrans" cxnId="{3E29C525-258A-4C06-BCAE-EF689CEB1E41}">
      <dgm:prSet/>
      <dgm:spPr/>
      <dgm:t>
        <a:bodyPr/>
        <a:lstStyle/>
        <a:p>
          <a:endParaRPr lang="en-US"/>
        </a:p>
      </dgm:t>
    </dgm:pt>
    <dgm:pt modelId="{4845E5A3-0E25-4E97-9F22-BD0CB931332B}" type="sibTrans" cxnId="{3E29C525-258A-4C06-BCAE-EF689CEB1E41}">
      <dgm:prSet/>
      <dgm:spPr/>
      <dgm:t>
        <a:bodyPr/>
        <a:lstStyle/>
        <a:p>
          <a:endParaRPr lang="en-US"/>
        </a:p>
      </dgm:t>
    </dgm:pt>
    <dgm:pt modelId="{2317E4D9-DFE8-4672-B1B9-CB27E2C7C3B2}">
      <dgm:prSet/>
      <dgm:spPr/>
      <dgm:t>
        <a:bodyPr/>
        <a:lstStyle/>
        <a:p>
          <a:r>
            <a:rPr lang="de-DE" dirty="0"/>
            <a:t>optional mehrere Mandanten (z. B. verschiedene Studiengänge oder Fakultäten) unabhängig voneinander arbeiten </a:t>
          </a:r>
          <a:endParaRPr lang="en-US" dirty="0"/>
        </a:p>
      </dgm:t>
    </dgm:pt>
    <dgm:pt modelId="{AB8E88E6-907F-4015-9420-9AD606C89B8A}" type="parTrans" cxnId="{18982053-6D92-4CAE-AC73-3F2A67F33EEB}">
      <dgm:prSet/>
      <dgm:spPr/>
      <dgm:t>
        <a:bodyPr/>
        <a:lstStyle/>
        <a:p>
          <a:endParaRPr lang="en-US"/>
        </a:p>
      </dgm:t>
    </dgm:pt>
    <dgm:pt modelId="{0819F673-8EA7-438F-BA4A-EFD17584CBA2}" type="sibTrans" cxnId="{18982053-6D92-4CAE-AC73-3F2A67F33EEB}">
      <dgm:prSet/>
      <dgm:spPr/>
      <dgm:t>
        <a:bodyPr/>
        <a:lstStyle/>
        <a:p>
          <a:endParaRPr lang="en-US"/>
        </a:p>
      </dgm:t>
    </dgm:pt>
    <dgm:pt modelId="{AC1445CC-DBEB-4B6F-BB0C-A320654BE5B6}">
      <dgm:prSet/>
      <dgm:spPr/>
      <dgm:t>
        <a:bodyPr/>
        <a:lstStyle/>
        <a:p>
          <a:r>
            <a:rPr lang="de-DE" dirty="0"/>
            <a:t>Software mit zwei Studiengänge und die damit verbundenen Regelwerke ((Prüfungsordnung (PO)) Nutzen</a:t>
          </a:r>
          <a:endParaRPr lang="en-US" dirty="0"/>
        </a:p>
      </dgm:t>
    </dgm:pt>
    <dgm:pt modelId="{ECD6623F-D380-44D6-9A92-04E54A9473F2}" type="parTrans" cxnId="{DA61F1AF-49E8-4F8D-8203-0DDCF1053588}">
      <dgm:prSet/>
      <dgm:spPr/>
      <dgm:t>
        <a:bodyPr/>
        <a:lstStyle/>
        <a:p>
          <a:endParaRPr lang="en-US"/>
        </a:p>
      </dgm:t>
    </dgm:pt>
    <dgm:pt modelId="{46873B71-AA8D-4693-8798-48AF5F262CB5}" type="sibTrans" cxnId="{DA61F1AF-49E8-4F8D-8203-0DDCF1053588}">
      <dgm:prSet/>
      <dgm:spPr/>
      <dgm:t>
        <a:bodyPr/>
        <a:lstStyle/>
        <a:p>
          <a:endParaRPr lang="en-US"/>
        </a:p>
      </dgm:t>
    </dgm:pt>
    <dgm:pt modelId="{7B98AA90-4705-46FC-A596-B2AE70CCDFA0}" type="pres">
      <dgm:prSet presAssocID="{A33D3AD0-8393-4095-A5FF-C20D4E538636}" presName="outerComposite" presStyleCnt="0">
        <dgm:presLayoutVars>
          <dgm:chMax val="5"/>
          <dgm:dir/>
          <dgm:resizeHandles val="exact"/>
        </dgm:presLayoutVars>
      </dgm:prSet>
      <dgm:spPr/>
    </dgm:pt>
    <dgm:pt modelId="{58B4EB82-E8B6-47C8-A903-3B8DAF262CD0}" type="pres">
      <dgm:prSet presAssocID="{A33D3AD0-8393-4095-A5FF-C20D4E538636}" presName="dummyMaxCanvas" presStyleCnt="0">
        <dgm:presLayoutVars/>
      </dgm:prSet>
      <dgm:spPr/>
    </dgm:pt>
    <dgm:pt modelId="{244839C7-5E06-44FD-A4C7-AD6931B54271}" type="pres">
      <dgm:prSet presAssocID="{A33D3AD0-8393-4095-A5FF-C20D4E538636}" presName="FiveNodes_1" presStyleLbl="node1" presStyleIdx="0" presStyleCnt="5">
        <dgm:presLayoutVars>
          <dgm:bulletEnabled val="1"/>
        </dgm:presLayoutVars>
      </dgm:prSet>
      <dgm:spPr/>
    </dgm:pt>
    <dgm:pt modelId="{650AF671-D89C-4F1C-B1E9-B2F3BE73A6C3}" type="pres">
      <dgm:prSet presAssocID="{A33D3AD0-8393-4095-A5FF-C20D4E538636}" presName="FiveNodes_2" presStyleLbl="node1" presStyleIdx="1" presStyleCnt="5">
        <dgm:presLayoutVars>
          <dgm:bulletEnabled val="1"/>
        </dgm:presLayoutVars>
      </dgm:prSet>
      <dgm:spPr/>
    </dgm:pt>
    <dgm:pt modelId="{BBB80E6C-BF93-4024-B6ED-EB5EAFE7CB2A}" type="pres">
      <dgm:prSet presAssocID="{A33D3AD0-8393-4095-A5FF-C20D4E538636}" presName="FiveNodes_3" presStyleLbl="node1" presStyleIdx="2" presStyleCnt="5">
        <dgm:presLayoutVars>
          <dgm:bulletEnabled val="1"/>
        </dgm:presLayoutVars>
      </dgm:prSet>
      <dgm:spPr/>
    </dgm:pt>
    <dgm:pt modelId="{A5059C4C-9165-43EF-B277-7EE7B6476C47}" type="pres">
      <dgm:prSet presAssocID="{A33D3AD0-8393-4095-A5FF-C20D4E538636}" presName="FiveNodes_4" presStyleLbl="node1" presStyleIdx="3" presStyleCnt="5">
        <dgm:presLayoutVars>
          <dgm:bulletEnabled val="1"/>
        </dgm:presLayoutVars>
      </dgm:prSet>
      <dgm:spPr/>
    </dgm:pt>
    <dgm:pt modelId="{710B3C84-3CE1-455E-8A5D-CE797127F1BF}" type="pres">
      <dgm:prSet presAssocID="{A33D3AD0-8393-4095-A5FF-C20D4E538636}" presName="FiveNodes_5" presStyleLbl="node1" presStyleIdx="4" presStyleCnt="5">
        <dgm:presLayoutVars>
          <dgm:bulletEnabled val="1"/>
        </dgm:presLayoutVars>
      </dgm:prSet>
      <dgm:spPr/>
    </dgm:pt>
    <dgm:pt modelId="{C293C812-AC55-4E70-A6CF-287C82DACA8B}" type="pres">
      <dgm:prSet presAssocID="{A33D3AD0-8393-4095-A5FF-C20D4E538636}" presName="FiveConn_1-2" presStyleLbl="fgAccFollowNode1" presStyleIdx="0" presStyleCnt="4">
        <dgm:presLayoutVars>
          <dgm:bulletEnabled val="1"/>
        </dgm:presLayoutVars>
      </dgm:prSet>
      <dgm:spPr/>
    </dgm:pt>
    <dgm:pt modelId="{24E9EA82-9BD2-4874-86BE-4066876D414F}" type="pres">
      <dgm:prSet presAssocID="{A33D3AD0-8393-4095-A5FF-C20D4E538636}" presName="FiveConn_2-3" presStyleLbl="fgAccFollowNode1" presStyleIdx="1" presStyleCnt="4">
        <dgm:presLayoutVars>
          <dgm:bulletEnabled val="1"/>
        </dgm:presLayoutVars>
      </dgm:prSet>
      <dgm:spPr/>
    </dgm:pt>
    <dgm:pt modelId="{63166590-9FD4-428D-A8BF-2235963D01FA}" type="pres">
      <dgm:prSet presAssocID="{A33D3AD0-8393-4095-A5FF-C20D4E538636}" presName="FiveConn_3-4" presStyleLbl="fgAccFollowNode1" presStyleIdx="2" presStyleCnt="4">
        <dgm:presLayoutVars>
          <dgm:bulletEnabled val="1"/>
        </dgm:presLayoutVars>
      </dgm:prSet>
      <dgm:spPr/>
    </dgm:pt>
    <dgm:pt modelId="{04423118-C423-432F-98D2-E32FB5CA9A66}" type="pres">
      <dgm:prSet presAssocID="{A33D3AD0-8393-4095-A5FF-C20D4E538636}" presName="FiveConn_4-5" presStyleLbl="fgAccFollowNode1" presStyleIdx="3" presStyleCnt="4">
        <dgm:presLayoutVars>
          <dgm:bulletEnabled val="1"/>
        </dgm:presLayoutVars>
      </dgm:prSet>
      <dgm:spPr/>
    </dgm:pt>
    <dgm:pt modelId="{5E19C54F-1044-4816-9088-1CF46078CB9D}" type="pres">
      <dgm:prSet presAssocID="{A33D3AD0-8393-4095-A5FF-C20D4E538636}" presName="FiveNodes_1_text" presStyleLbl="node1" presStyleIdx="4" presStyleCnt="5">
        <dgm:presLayoutVars>
          <dgm:bulletEnabled val="1"/>
        </dgm:presLayoutVars>
      </dgm:prSet>
      <dgm:spPr/>
    </dgm:pt>
    <dgm:pt modelId="{768DB215-834A-4CB3-B76D-6A272E01BB10}" type="pres">
      <dgm:prSet presAssocID="{A33D3AD0-8393-4095-A5FF-C20D4E538636}" presName="FiveNodes_2_text" presStyleLbl="node1" presStyleIdx="4" presStyleCnt="5">
        <dgm:presLayoutVars>
          <dgm:bulletEnabled val="1"/>
        </dgm:presLayoutVars>
      </dgm:prSet>
      <dgm:spPr/>
    </dgm:pt>
    <dgm:pt modelId="{597877B0-8452-4AE7-92D3-3A23D6E98D9E}" type="pres">
      <dgm:prSet presAssocID="{A33D3AD0-8393-4095-A5FF-C20D4E538636}" presName="FiveNodes_3_text" presStyleLbl="node1" presStyleIdx="4" presStyleCnt="5">
        <dgm:presLayoutVars>
          <dgm:bulletEnabled val="1"/>
        </dgm:presLayoutVars>
      </dgm:prSet>
      <dgm:spPr/>
    </dgm:pt>
    <dgm:pt modelId="{FE479B48-8589-44FA-80D4-D0BB700BEA2F}" type="pres">
      <dgm:prSet presAssocID="{A33D3AD0-8393-4095-A5FF-C20D4E538636}" presName="FiveNodes_4_text" presStyleLbl="node1" presStyleIdx="4" presStyleCnt="5">
        <dgm:presLayoutVars>
          <dgm:bulletEnabled val="1"/>
        </dgm:presLayoutVars>
      </dgm:prSet>
      <dgm:spPr/>
    </dgm:pt>
    <dgm:pt modelId="{E2E2AD81-509A-4BBE-A558-E6F1ACA80EB4}" type="pres">
      <dgm:prSet presAssocID="{A33D3AD0-8393-4095-A5FF-C20D4E538636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11C8C609-8042-41E6-8080-61A76965D5A4}" type="presOf" srcId="{A33D3AD0-8393-4095-A5FF-C20D4E538636}" destId="{7B98AA90-4705-46FC-A596-B2AE70CCDFA0}" srcOrd="0" destOrd="0" presId="urn:microsoft.com/office/officeart/2005/8/layout/vProcess5"/>
    <dgm:cxn modelId="{98A4FB12-C12B-4579-91FD-B2BA20EA52DB}" type="presOf" srcId="{3D209A05-1910-44ED-BD62-160FB4FA9AD0}" destId="{768DB215-834A-4CB3-B76D-6A272E01BB10}" srcOrd="1" destOrd="0" presId="urn:microsoft.com/office/officeart/2005/8/layout/vProcess5"/>
    <dgm:cxn modelId="{3E29C525-258A-4C06-BCAE-EF689CEB1E41}" srcId="{A33D3AD0-8393-4095-A5FF-C20D4E538636}" destId="{B0AAB17D-9182-4502-9F79-FE4760AB8DFC}" srcOrd="2" destOrd="0" parTransId="{E0C1FAAA-4761-4D27-A619-4BD2FB1EAB45}" sibTransId="{4845E5A3-0E25-4E97-9F22-BD0CB931332B}"/>
    <dgm:cxn modelId="{F92D0E2C-E068-404B-B5C7-A84734497181}" type="presOf" srcId="{2317E4D9-DFE8-4672-B1B9-CB27E2C7C3B2}" destId="{A5059C4C-9165-43EF-B277-7EE7B6476C47}" srcOrd="0" destOrd="0" presId="urn:microsoft.com/office/officeart/2005/8/layout/vProcess5"/>
    <dgm:cxn modelId="{D7DB0F2E-0610-43C0-9ADB-535B4C5DA9D0}" type="presOf" srcId="{AC1445CC-DBEB-4B6F-BB0C-A320654BE5B6}" destId="{710B3C84-3CE1-455E-8A5D-CE797127F1BF}" srcOrd="0" destOrd="0" presId="urn:microsoft.com/office/officeart/2005/8/layout/vProcess5"/>
    <dgm:cxn modelId="{B20C3D65-4542-4F59-AAE1-5BC4FCD3859C}" type="presOf" srcId="{A3EE8DB9-DF85-428B-8EC4-16FC74FBF2FF}" destId="{5E19C54F-1044-4816-9088-1CF46078CB9D}" srcOrd="1" destOrd="0" presId="urn:microsoft.com/office/officeart/2005/8/layout/vProcess5"/>
    <dgm:cxn modelId="{D128356D-B7DE-44B6-902A-AE420ACE8FBE}" srcId="{A33D3AD0-8393-4095-A5FF-C20D4E538636}" destId="{3D209A05-1910-44ED-BD62-160FB4FA9AD0}" srcOrd="1" destOrd="0" parTransId="{47E95BE0-C32D-4EDD-BADD-7E21294A97AC}" sibTransId="{41F37E94-93DA-452A-8C1B-F3A37517582A}"/>
    <dgm:cxn modelId="{6C401F4E-CB66-4D40-8640-E85975CEE758}" type="presOf" srcId="{B0AAB17D-9182-4502-9F79-FE4760AB8DFC}" destId="{BBB80E6C-BF93-4024-B6ED-EB5EAFE7CB2A}" srcOrd="0" destOrd="0" presId="urn:microsoft.com/office/officeart/2005/8/layout/vProcess5"/>
    <dgm:cxn modelId="{A11EA16F-E02E-44B7-923E-EEF4D0760237}" type="presOf" srcId="{2317E4D9-DFE8-4672-B1B9-CB27E2C7C3B2}" destId="{FE479B48-8589-44FA-80D4-D0BB700BEA2F}" srcOrd="1" destOrd="0" presId="urn:microsoft.com/office/officeart/2005/8/layout/vProcess5"/>
    <dgm:cxn modelId="{18982053-6D92-4CAE-AC73-3F2A67F33EEB}" srcId="{A33D3AD0-8393-4095-A5FF-C20D4E538636}" destId="{2317E4D9-DFE8-4672-B1B9-CB27E2C7C3B2}" srcOrd="3" destOrd="0" parTransId="{AB8E88E6-907F-4015-9420-9AD606C89B8A}" sibTransId="{0819F673-8EA7-438F-BA4A-EFD17584CBA2}"/>
    <dgm:cxn modelId="{BC0E6D85-7BF5-45FC-9A97-41A67C5E120F}" type="presOf" srcId="{C3D7B6EE-71CD-45E7-815F-4EB01B454353}" destId="{C293C812-AC55-4E70-A6CF-287C82DACA8B}" srcOrd="0" destOrd="0" presId="urn:microsoft.com/office/officeart/2005/8/layout/vProcess5"/>
    <dgm:cxn modelId="{B4E6099C-90AA-4426-B8C8-A70DC2C5E615}" type="presOf" srcId="{3D209A05-1910-44ED-BD62-160FB4FA9AD0}" destId="{650AF671-D89C-4F1C-B1E9-B2F3BE73A6C3}" srcOrd="0" destOrd="0" presId="urn:microsoft.com/office/officeart/2005/8/layout/vProcess5"/>
    <dgm:cxn modelId="{BC690CA8-8D1B-4672-BD26-766185CDE059}" type="presOf" srcId="{0819F673-8EA7-438F-BA4A-EFD17584CBA2}" destId="{04423118-C423-432F-98D2-E32FB5CA9A66}" srcOrd="0" destOrd="0" presId="urn:microsoft.com/office/officeart/2005/8/layout/vProcess5"/>
    <dgm:cxn modelId="{DA61F1AF-49E8-4F8D-8203-0DDCF1053588}" srcId="{A33D3AD0-8393-4095-A5FF-C20D4E538636}" destId="{AC1445CC-DBEB-4B6F-BB0C-A320654BE5B6}" srcOrd="4" destOrd="0" parTransId="{ECD6623F-D380-44D6-9A92-04E54A9473F2}" sibTransId="{46873B71-AA8D-4693-8798-48AF5F262CB5}"/>
    <dgm:cxn modelId="{E4E02CC4-68EE-4E42-B66D-61B80ADF9881}" type="presOf" srcId="{41F37E94-93DA-452A-8C1B-F3A37517582A}" destId="{24E9EA82-9BD2-4874-86BE-4066876D414F}" srcOrd="0" destOrd="0" presId="urn:microsoft.com/office/officeart/2005/8/layout/vProcess5"/>
    <dgm:cxn modelId="{BDA427C5-1388-485C-9B1A-AF22083DBC44}" type="presOf" srcId="{AC1445CC-DBEB-4B6F-BB0C-A320654BE5B6}" destId="{E2E2AD81-509A-4BBE-A558-E6F1ACA80EB4}" srcOrd="1" destOrd="0" presId="urn:microsoft.com/office/officeart/2005/8/layout/vProcess5"/>
    <dgm:cxn modelId="{39FCE0CC-F7C7-4BD8-8872-D2450FC6867E}" type="presOf" srcId="{B0AAB17D-9182-4502-9F79-FE4760AB8DFC}" destId="{597877B0-8452-4AE7-92D3-3A23D6E98D9E}" srcOrd="1" destOrd="0" presId="urn:microsoft.com/office/officeart/2005/8/layout/vProcess5"/>
    <dgm:cxn modelId="{CAF9ECD8-D548-4131-8F59-0B8D808B9462}" srcId="{A33D3AD0-8393-4095-A5FF-C20D4E538636}" destId="{A3EE8DB9-DF85-428B-8EC4-16FC74FBF2FF}" srcOrd="0" destOrd="0" parTransId="{A862292C-C819-4920-9B23-643083CC4029}" sibTransId="{C3D7B6EE-71CD-45E7-815F-4EB01B454353}"/>
    <dgm:cxn modelId="{A2113FF2-D284-4B0D-B6C5-0285ECD835B4}" type="presOf" srcId="{A3EE8DB9-DF85-428B-8EC4-16FC74FBF2FF}" destId="{244839C7-5E06-44FD-A4C7-AD6931B54271}" srcOrd="0" destOrd="0" presId="urn:microsoft.com/office/officeart/2005/8/layout/vProcess5"/>
    <dgm:cxn modelId="{360804FC-3714-463B-8561-F5C099C3F1C6}" type="presOf" srcId="{4845E5A3-0E25-4E97-9F22-BD0CB931332B}" destId="{63166590-9FD4-428D-A8BF-2235963D01FA}" srcOrd="0" destOrd="0" presId="urn:microsoft.com/office/officeart/2005/8/layout/vProcess5"/>
    <dgm:cxn modelId="{ABF9BC45-C2B9-4D58-BC2F-98A68C636347}" type="presParOf" srcId="{7B98AA90-4705-46FC-A596-B2AE70CCDFA0}" destId="{58B4EB82-E8B6-47C8-A903-3B8DAF262CD0}" srcOrd="0" destOrd="0" presId="urn:microsoft.com/office/officeart/2005/8/layout/vProcess5"/>
    <dgm:cxn modelId="{783EC0EB-8B47-4683-975F-2CCF1E9548E2}" type="presParOf" srcId="{7B98AA90-4705-46FC-A596-B2AE70CCDFA0}" destId="{244839C7-5E06-44FD-A4C7-AD6931B54271}" srcOrd="1" destOrd="0" presId="urn:microsoft.com/office/officeart/2005/8/layout/vProcess5"/>
    <dgm:cxn modelId="{110DF44B-5FE1-4564-AE94-1F7920A45943}" type="presParOf" srcId="{7B98AA90-4705-46FC-A596-B2AE70CCDFA0}" destId="{650AF671-D89C-4F1C-B1E9-B2F3BE73A6C3}" srcOrd="2" destOrd="0" presId="urn:microsoft.com/office/officeart/2005/8/layout/vProcess5"/>
    <dgm:cxn modelId="{278D749F-B543-4F68-BD61-FE103A26E855}" type="presParOf" srcId="{7B98AA90-4705-46FC-A596-B2AE70CCDFA0}" destId="{BBB80E6C-BF93-4024-B6ED-EB5EAFE7CB2A}" srcOrd="3" destOrd="0" presId="urn:microsoft.com/office/officeart/2005/8/layout/vProcess5"/>
    <dgm:cxn modelId="{DC9D08A9-7123-4FD2-A707-D326D24611FC}" type="presParOf" srcId="{7B98AA90-4705-46FC-A596-B2AE70CCDFA0}" destId="{A5059C4C-9165-43EF-B277-7EE7B6476C47}" srcOrd="4" destOrd="0" presId="urn:microsoft.com/office/officeart/2005/8/layout/vProcess5"/>
    <dgm:cxn modelId="{1B530159-D4F4-43CD-B0D2-C693E2BA4336}" type="presParOf" srcId="{7B98AA90-4705-46FC-A596-B2AE70CCDFA0}" destId="{710B3C84-3CE1-455E-8A5D-CE797127F1BF}" srcOrd="5" destOrd="0" presId="urn:microsoft.com/office/officeart/2005/8/layout/vProcess5"/>
    <dgm:cxn modelId="{F54F3C37-754A-404A-A4AA-E6B70690B92D}" type="presParOf" srcId="{7B98AA90-4705-46FC-A596-B2AE70CCDFA0}" destId="{C293C812-AC55-4E70-A6CF-287C82DACA8B}" srcOrd="6" destOrd="0" presId="urn:microsoft.com/office/officeart/2005/8/layout/vProcess5"/>
    <dgm:cxn modelId="{426888B3-822B-4E96-A665-11D5C77CFFF8}" type="presParOf" srcId="{7B98AA90-4705-46FC-A596-B2AE70CCDFA0}" destId="{24E9EA82-9BD2-4874-86BE-4066876D414F}" srcOrd="7" destOrd="0" presId="urn:microsoft.com/office/officeart/2005/8/layout/vProcess5"/>
    <dgm:cxn modelId="{70F1D14F-1F68-4CA0-A29B-B6B186A60DF3}" type="presParOf" srcId="{7B98AA90-4705-46FC-A596-B2AE70CCDFA0}" destId="{63166590-9FD4-428D-A8BF-2235963D01FA}" srcOrd="8" destOrd="0" presId="urn:microsoft.com/office/officeart/2005/8/layout/vProcess5"/>
    <dgm:cxn modelId="{C091E237-89CF-43EF-9C2A-2C3F6FC12E8E}" type="presParOf" srcId="{7B98AA90-4705-46FC-A596-B2AE70CCDFA0}" destId="{04423118-C423-432F-98D2-E32FB5CA9A66}" srcOrd="9" destOrd="0" presId="urn:microsoft.com/office/officeart/2005/8/layout/vProcess5"/>
    <dgm:cxn modelId="{9B9B6232-2971-4B10-AB23-AF39EE53D649}" type="presParOf" srcId="{7B98AA90-4705-46FC-A596-B2AE70CCDFA0}" destId="{5E19C54F-1044-4816-9088-1CF46078CB9D}" srcOrd="10" destOrd="0" presId="urn:microsoft.com/office/officeart/2005/8/layout/vProcess5"/>
    <dgm:cxn modelId="{C5EA46DA-32C6-4AF6-8082-0669CFD30DC5}" type="presParOf" srcId="{7B98AA90-4705-46FC-A596-B2AE70CCDFA0}" destId="{768DB215-834A-4CB3-B76D-6A272E01BB10}" srcOrd="11" destOrd="0" presId="urn:microsoft.com/office/officeart/2005/8/layout/vProcess5"/>
    <dgm:cxn modelId="{9A5CB136-4CDF-4042-A49C-B3E038A1BECB}" type="presParOf" srcId="{7B98AA90-4705-46FC-A596-B2AE70CCDFA0}" destId="{597877B0-8452-4AE7-92D3-3A23D6E98D9E}" srcOrd="12" destOrd="0" presId="urn:microsoft.com/office/officeart/2005/8/layout/vProcess5"/>
    <dgm:cxn modelId="{B3B9EFDD-3FDE-4DF8-B0EE-A4D3709EB254}" type="presParOf" srcId="{7B98AA90-4705-46FC-A596-B2AE70CCDFA0}" destId="{FE479B48-8589-44FA-80D4-D0BB700BEA2F}" srcOrd="13" destOrd="0" presId="urn:microsoft.com/office/officeart/2005/8/layout/vProcess5"/>
    <dgm:cxn modelId="{24069F3C-4807-4736-8A34-4EE1D712925E}" type="presParOf" srcId="{7B98AA90-4705-46FC-A596-B2AE70CCDFA0}" destId="{E2E2AD81-509A-4BBE-A558-E6F1ACA80EB4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6D3134-28FA-4750-93D9-2E237A79F7D2}">
      <dsp:nvSpPr>
        <dsp:cNvPr id="0" name=""/>
        <dsp:cNvSpPr/>
      </dsp:nvSpPr>
      <dsp:spPr>
        <a:xfrm>
          <a:off x="0" y="1798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08ACDC-3BB3-4432-BBD1-B3918407847C}">
      <dsp:nvSpPr>
        <dsp:cNvPr id="0" name=""/>
        <dsp:cNvSpPr/>
      </dsp:nvSpPr>
      <dsp:spPr>
        <a:xfrm>
          <a:off x="0" y="1798"/>
          <a:ext cx="9724031" cy="334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Allgemeine Beschreibung der Projektaufgabe</a:t>
          </a:r>
          <a:endParaRPr lang="en-US" sz="1500" kern="1200"/>
        </a:p>
      </dsp:txBody>
      <dsp:txXfrm>
        <a:off x="0" y="1798"/>
        <a:ext cx="9724031" cy="334523"/>
      </dsp:txXfrm>
    </dsp:sp>
    <dsp:sp modelId="{1F1AF24B-037B-4A05-BC30-98F324701ABA}">
      <dsp:nvSpPr>
        <dsp:cNvPr id="0" name=""/>
        <dsp:cNvSpPr/>
      </dsp:nvSpPr>
      <dsp:spPr>
        <a:xfrm>
          <a:off x="0" y="336322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868369-7E31-41D7-A413-408FAFE56567}">
      <dsp:nvSpPr>
        <dsp:cNvPr id="0" name=""/>
        <dsp:cNvSpPr/>
      </dsp:nvSpPr>
      <dsp:spPr>
        <a:xfrm>
          <a:off x="0" y="336322"/>
          <a:ext cx="9724031" cy="334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Architektur</a:t>
          </a:r>
          <a:endParaRPr lang="en-US" sz="1500" kern="1200"/>
        </a:p>
      </dsp:txBody>
      <dsp:txXfrm>
        <a:off x="0" y="336322"/>
        <a:ext cx="9724031" cy="334523"/>
      </dsp:txXfrm>
    </dsp:sp>
    <dsp:sp modelId="{1AB57F93-5D37-4495-90C8-A8A900E959CF}">
      <dsp:nvSpPr>
        <dsp:cNvPr id="0" name=""/>
        <dsp:cNvSpPr/>
      </dsp:nvSpPr>
      <dsp:spPr>
        <a:xfrm>
          <a:off x="0" y="670845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13AF1-E74D-4705-8D78-C8312E220C0E}">
      <dsp:nvSpPr>
        <dsp:cNvPr id="0" name=""/>
        <dsp:cNvSpPr/>
      </dsp:nvSpPr>
      <dsp:spPr>
        <a:xfrm>
          <a:off x="0" y="670845"/>
          <a:ext cx="9724031" cy="334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API-Gateway</a:t>
          </a:r>
          <a:endParaRPr lang="en-US" sz="1500" kern="1200"/>
        </a:p>
      </dsp:txBody>
      <dsp:txXfrm>
        <a:off x="0" y="670845"/>
        <a:ext cx="9724031" cy="334523"/>
      </dsp:txXfrm>
    </dsp:sp>
    <dsp:sp modelId="{FE466913-BF6B-41F9-A8F8-CFA35416B48D}">
      <dsp:nvSpPr>
        <dsp:cNvPr id="0" name=""/>
        <dsp:cNvSpPr/>
      </dsp:nvSpPr>
      <dsp:spPr>
        <a:xfrm>
          <a:off x="0" y="1005369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D1BFC3-9352-4795-9A57-CE74D336A128}">
      <dsp:nvSpPr>
        <dsp:cNvPr id="0" name=""/>
        <dsp:cNvSpPr/>
      </dsp:nvSpPr>
      <dsp:spPr>
        <a:xfrm>
          <a:off x="0" y="1005369"/>
          <a:ext cx="9724031" cy="334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Authentifizierungs-Service</a:t>
          </a:r>
          <a:endParaRPr lang="en-US" sz="1500" kern="1200"/>
        </a:p>
      </dsp:txBody>
      <dsp:txXfrm>
        <a:off x="0" y="1005369"/>
        <a:ext cx="9724031" cy="334523"/>
      </dsp:txXfrm>
    </dsp:sp>
    <dsp:sp modelId="{4C3CBC15-EBC6-46BB-A555-514D5730CEE0}">
      <dsp:nvSpPr>
        <dsp:cNvPr id="0" name=""/>
        <dsp:cNvSpPr/>
      </dsp:nvSpPr>
      <dsp:spPr>
        <a:xfrm>
          <a:off x="0" y="1339893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6C5EF-5193-4019-8E8E-3D2DED2E5E03}">
      <dsp:nvSpPr>
        <dsp:cNvPr id="0" name=""/>
        <dsp:cNvSpPr/>
      </dsp:nvSpPr>
      <dsp:spPr>
        <a:xfrm>
          <a:off x="0" y="1339893"/>
          <a:ext cx="9724031" cy="334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User Service</a:t>
          </a:r>
          <a:endParaRPr lang="en-US" sz="1500" kern="1200"/>
        </a:p>
      </dsp:txBody>
      <dsp:txXfrm>
        <a:off x="0" y="1339893"/>
        <a:ext cx="9724031" cy="334523"/>
      </dsp:txXfrm>
    </dsp:sp>
    <dsp:sp modelId="{2FA9DD3D-E45B-4F36-B529-132F38F192B5}">
      <dsp:nvSpPr>
        <dsp:cNvPr id="0" name=""/>
        <dsp:cNvSpPr/>
      </dsp:nvSpPr>
      <dsp:spPr>
        <a:xfrm>
          <a:off x="0" y="1674417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3D6519-0933-4CA5-B3A7-B9DA8014A8FC}">
      <dsp:nvSpPr>
        <dsp:cNvPr id="0" name=""/>
        <dsp:cNvSpPr/>
      </dsp:nvSpPr>
      <dsp:spPr>
        <a:xfrm>
          <a:off x="0" y="1674417"/>
          <a:ext cx="9724031" cy="334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Tennant Service</a:t>
          </a:r>
          <a:endParaRPr lang="en-US" sz="1500" kern="1200"/>
        </a:p>
      </dsp:txBody>
      <dsp:txXfrm>
        <a:off x="0" y="1674417"/>
        <a:ext cx="9724031" cy="334523"/>
      </dsp:txXfrm>
    </dsp:sp>
    <dsp:sp modelId="{25953D02-C7D9-4EAF-9D09-5BAA83DCD1FE}">
      <dsp:nvSpPr>
        <dsp:cNvPr id="0" name=""/>
        <dsp:cNvSpPr/>
      </dsp:nvSpPr>
      <dsp:spPr>
        <a:xfrm>
          <a:off x="0" y="2008940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298F78-A084-4218-8962-51990F1B2A9E}">
      <dsp:nvSpPr>
        <dsp:cNvPr id="0" name=""/>
        <dsp:cNvSpPr/>
      </dsp:nvSpPr>
      <dsp:spPr>
        <a:xfrm>
          <a:off x="0" y="2008940"/>
          <a:ext cx="9724031" cy="334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noten-modulverwaltung-service</a:t>
          </a:r>
          <a:endParaRPr lang="en-US" sz="1500" kern="1200"/>
        </a:p>
      </dsp:txBody>
      <dsp:txXfrm>
        <a:off x="0" y="2008940"/>
        <a:ext cx="9724031" cy="334523"/>
      </dsp:txXfrm>
    </dsp:sp>
    <dsp:sp modelId="{E5E22CC1-C620-4093-AB77-942D90CF8319}">
      <dsp:nvSpPr>
        <dsp:cNvPr id="0" name=""/>
        <dsp:cNvSpPr/>
      </dsp:nvSpPr>
      <dsp:spPr>
        <a:xfrm>
          <a:off x="0" y="2343464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C202F1-F3F6-486F-BCD5-FE764DC6E81E}">
      <dsp:nvSpPr>
        <dsp:cNvPr id="0" name=""/>
        <dsp:cNvSpPr/>
      </dsp:nvSpPr>
      <dsp:spPr>
        <a:xfrm>
          <a:off x="0" y="2343464"/>
          <a:ext cx="9724031" cy="334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notenberechnung-service</a:t>
          </a:r>
          <a:endParaRPr lang="en-US" sz="1500" kern="1200"/>
        </a:p>
      </dsp:txBody>
      <dsp:txXfrm>
        <a:off x="0" y="2343464"/>
        <a:ext cx="9724031" cy="334523"/>
      </dsp:txXfrm>
    </dsp:sp>
    <dsp:sp modelId="{643BFC5B-1026-478B-AE19-F18FBDD942A1}">
      <dsp:nvSpPr>
        <dsp:cNvPr id="0" name=""/>
        <dsp:cNvSpPr/>
      </dsp:nvSpPr>
      <dsp:spPr>
        <a:xfrm>
          <a:off x="0" y="2677988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14F326-9048-4626-AB5D-90BD19748EB5}">
      <dsp:nvSpPr>
        <dsp:cNvPr id="0" name=""/>
        <dsp:cNvSpPr/>
      </dsp:nvSpPr>
      <dsp:spPr>
        <a:xfrm>
          <a:off x="0" y="2677988"/>
          <a:ext cx="9724031" cy="334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Kommunikation zwischen den APIs</a:t>
          </a:r>
          <a:endParaRPr lang="en-US" sz="1500" kern="1200"/>
        </a:p>
      </dsp:txBody>
      <dsp:txXfrm>
        <a:off x="0" y="2677988"/>
        <a:ext cx="9724031" cy="334523"/>
      </dsp:txXfrm>
    </dsp:sp>
    <dsp:sp modelId="{1458F20B-B1FA-415A-B2BC-1555565D7A9A}">
      <dsp:nvSpPr>
        <dsp:cNvPr id="0" name=""/>
        <dsp:cNvSpPr/>
      </dsp:nvSpPr>
      <dsp:spPr>
        <a:xfrm>
          <a:off x="0" y="3012512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1815B3-1DF3-4B53-8EDC-26D98DAF6B69}">
      <dsp:nvSpPr>
        <dsp:cNvPr id="0" name=""/>
        <dsp:cNvSpPr/>
      </dsp:nvSpPr>
      <dsp:spPr>
        <a:xfrm>
          <a:off x="0" y="3012512"/>
          <a:ext cx="9724031" cy="334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Demonstration</a:t>
          </a:r>
          <a:endParaRPr lang="en-US" sz="1500" kern="1200"/>
        </a:p>
      </dsp:txBody>
      <dsp:txXfrm>
        <a:off x="0" y="3012512"/>
        <a:ext cx="9724031" cy="334523"/>
      </dsp:txXfrm>
    </dsp:sp>
    <dsp:sp modelId="{BE885583-5BAC-4170-8E4E-77D7FDC7F94A}">
      <dsp:nvSpPr>
        <dsp:cNvPr id="0" name=""/>
        <dsp:cNvSpPr/>
      </dsp:nvSpPr>
      <dsp:spPr>
        <a:xfrm>
          <a:off x="0" y="3347035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082F4D-DC8B-4AB6-A89D-A0A7D7128458}">
      <dsp:nvSpPr>
        <dsp:cNvPr id="0" name=""/>
        <dsp:cNvSpPr/>
      </dsp:nvSpPr>
      <dsp:spPr>
        <a:xfrm>
          <a:off x="0" y="3347035"/>
          <a:ext cx="9724031" cy="3345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/>
            <a:t>Fazit</a:t>
          </a:r>
          <a:endParaRPr lang="en-US" sz="1500" kern="1200"/>
        </a:p>
      </dsp:txBody>
      <dsp:txXfrm>
        <a:off x="0" y="3347035"/>
        <a:ext cx="9724031" cy="3345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4839C7-5E06-44FD-A4C7-AD6931B54271}">
      <dsp:nvSpPr>
        <dsp:cNvPr id="0" name=""/>
        <dsp:cNvSpPr/>
      </dsp:nvSpPr>
      <dsp:spPr>
        <a:xfrm>
          <a:off x="0" y="0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Studierende eintragen und verwaltet </a:t>
          </a:r>
          <a:endParaRPr lang="en-US" sz="1900" kern="1200" dirty="0"/>
        </a:p>
      </dsp:txBody>
      <dsp:txXfrm>
        <a:off x="22105" y="22105"/>
        <a:ext cx="7511741" cy="710494"/>
      </dsp:txXfrm>
    </dsp:sp>
    <dsp:sp modelId="{650AF671-D89C-4F1C-B1E9-B2F3BE73A6C3}">
      <dsp:nvSpPr>
        <dsp:cNvPr id="0" name=""/>
        <dsp:cNvSpPr/>
      </dsp:nvSpPr>
      <dsp:spPr>
        <a:xfrm>
          <a:off x="628350" y="859525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Noten für einzelne Module erfasst, bearbeitet und validiert  so wie Gesamt- und Durchschnittsnoten berechnen</a:t>
          </a:r>
          <a:endParaRPr lang="en-US" sz="1900" kern="1200" dirty="0"/>
        </a:p>
      </dsp:txBody>
      <dsp:txXfrm>
        <a:off x="650455" y="881630"/>
        <a:ext cx="7251309" cy="710494"/>
      </dsp:txXfrm>
    </dsp:sp>
    <dsp:sp modelId="{BBB80E6C-BF93-4024-B6ED-EB5EAFE7CB2A}">
      <dsp:nvSpPr>
        <dsp:cNvPr id="0" name=""/>
        <dsp:cNvSpPr/>
      </dsp:nvSpPr>
      <dsp:spPr>
        <a:xfrm>
          <a:off x="1256700" y="1719050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verschiedene Nutzerrollen (z. B. Studierende, Lehrende, Prüfungsamt) mit unterschiedlichen Berechtigungen existieren</a:t>
          </a:r>
          <a:endParaRPr lang="en-US" sz="1900" kern="1200" dirty="0"/>
        </a:p>
      </dsp:txBody>
      <dsp:txXfrm>
        <a:off x="1278805" y="1741155"/>
        <a:ext cx="7251309" cy="710494"/>
      </dsp:txXfrm>
    </dsp:sp>
    <dsp:sp modelId="{A5059C4C-9165-43EF-B277-7EE7B6476C47}">
      <dsp:nvSpPr>
        <dsp:cNvPr id="0" name=""/>
        <dsp:cNvSpPr/>
      </dsp:nvSpPr>
      <dsp:spPr>
        <a:xfrm>
          <a:off x="1885050" y="2578575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optional mehrere Mandanten (z. B. verschiedene Studiengänge oder Fakultäten) unabhängig voneinander arbeiten </a:t>
          </a:r>
          <a:endParaRPr lang="en-US" sz="1900" kern="1200" dirty="0"/>
        </a:p>
      </dsp:txBody>
      <dsp:txXfrm>
        <a:off x="1907155" y="2600680"/>
        <a:ext cx="7251309" cy="710494"/>
      </dsp:txXfrm>
    </dsp:sp>
    <dsp:sp modelId="{710B3C84-3CE1-455E-8A5D-CE797127F1BF}">
      <dsp:nvSpPr>
        <dsp:cNvPr id="0" name=""/>
        <dsp:cNvSpPr/>
      </dsp:nvSpPr>
      <dsp:spPr>
        <a:xfrm>
          <a:off x="2513400" y="3438100"/>
          <a:ext cx="8414428" cy="754704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Software mit zwei Studiengänge und die damit verbundenen Regelwerke ((Prüfungsordnung (PO)) Nutzen</a:t>
          </a:r>
          <a:endParaRPr lang="en-US" sz="1900" kern="1200" dirty="0"/>
        </a:p>
      </dsp:txBody>
      <dsp:txXfrm>
        <a:off x="2535505" y="3460205"/>
        <a:ext cx="7251309" cy="710494"/>
      </dsp:txXfrm>
    </dsp:sp>
    <dsp:sp modelId="{C293C812-AC55-4E70-A6CF-287C82DACA8B}">
      <dsp:nvSpPr>
        <dsp:cNvPr id="0" name=""/>
        <dsp:cNvSpPr/>
      </dsp:nvSpPr>
      <dsp:spPr>
        <a:xfrm>
          <a:off x="7923870" y="551353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034246" y="551353"/>
        <a:ext cx="269806" cy="369145"/>
      </dsp:txXfrm>
    </dsp:sp>
    <dsp:sp modelId="{24E9EA82-9BD2-4874-86BE-4066876D414F}">
      <dsp:nvSpPr>
        <dsp:cNvPr id="0" name=""/>
        <dsp:cNvSpPr/>
      </dsp:nvSpPr>
      <dsp:spPr>
        <a:xfrm>
          <a:off x="8552220" y="1410878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662596" y="1410878"/>
        <a:ext cx="269806" cy="369145"/>
      </dsp:txXfrm>
    </dsp:sp>
    <dsp:sp modelId="{63166590-9FD4-428D-A8BF-2235963D01FA}">
      <dsp:nvSpPr>
        <dsp:cNvPr id="0" name=""/>
        <dsp:cNvSpPr/>
      </dsp:nvSpPr>
      <dsp:spPr>
        <a:xfrm>
          <a:off x="9180570" y="2257825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290946" y="2257825"/>
        <a:ext cx="269806" cy="369145"/>
      </dsp:txXfrm>
    </dsp:sp>
    <dsp:sp modelId="{04423118-C423-432F-98D2-E32FB5CA9A66}">
      <dsp:nvSpPr>
        <dsp:cNvPr id="0" name=""/>
        <dsp:cNvSpPr/>
      </dsp:nvSpPr>
      <dsp:spPr>
        <a:xfrm>
          <a:off x="9808920" y="3125736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9919296" y="3125736"/>
        <a:ext cx="269806" cy="3691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2A2D27-D5D3-D6CA-6756-95F0EF93F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54823F-9EBF-7C9E-E0CA-C3F28B0D7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543184-8342-7EE0-045C-BF3F323E8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4C8-112D-46AD-B6E6-C9F5D1F26976}" type="datetimeFigureOut">
              <a:rPr lang="de-DE" smtClean="0"/>
              <a:t>20.02.2026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D35CA4-A32D-8432-5E1B-C5D1DCCF3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4C2A29-C773-C01E-8277-3A3E2389D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77755-AFB6-439C-AB00-04C1BC01AEEF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4624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ACE06D-5E93-5829-6203-4372CB4C6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4E440E-513E-C420-DFFA-9F46DFF78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FE5326-74A4-BD08-FE52-68609856B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4C8-112D-46AD-B6E6-C9F5D1F26976}" type="datetimeFigureOut">
              <a:rPr lang="de-DE" smtClean="0"/>
              <a:t>20.02.2026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A8E831-998D-8A41-FD60-CD3C2345D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5C0C26-7F7F-1883-324E-A0FCF353C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77755-AFB6-439C-AB00-04C1BC01AEEF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74675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D644FD-E3BE-C249-19F0-D4D751E70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B2E796-F390-F3DA-EA90-E4754138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2CE825-C465-352D-6D1C-1BC5F28C9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4C8-112D-46AD-B6E6-C9F5D1F26976}" type="datetimeFigureOut">
              <a:rPr lang="de-DE" smtClean="0"/>
              <a:t>20.02.2026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2C7B3D-5B69-2A98-D312-2662B1D98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A5837D-6AF8-D6BF-6400-6335D9F21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77755-AFB6-439C-AB00-04C1BC01AEEF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1621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F821F9-EA52-8F1A-7A9D-9E7DD5DFE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463976-0893-BF5A-1427-6120281B7C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87EE600-DAEA-32B1-6405-22E10D9FF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594EB5F-827C-6973-54D2-F4D91DCC2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4C8-112D-46AD-B6E6-C9F5D1F26976}" type="datetimeFigureOut">
              <a:rPr lang="de-DE" smtClean="0"/>
              <a:t>20.02.2026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351CB02-922D-F9CF-C19E-88D4BE99F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23C5D73-875D-E5EC-AC10-B1B3736F5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77755-AFB6-439C-AB00-04C1BC01AEEF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3677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8E380B-9455-4E25-E067-4B62D988C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B786D8-FF6D-98F5-6012-C160CB839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A474DC6-05BB-02AB-2110-B050DC311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615C4BA-F955-9852-8302-6A0C04927A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B8EEEA6-69E7-7E22-D7EE-6125D1328B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0E22EF9-84BD-00BF-6144-EDD30961E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4C8-112D-46AD-B6E6-C9F5D1F26976}" type="datetimeFigureOut">
              <a:rPr lang="de-DE" smtClean="0"/>
              <a:t>20.02.2026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F29ED2-E590-F498-19DC-7AB92C3F6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7BB8335-8E41-986B-9D02-ECC0C0439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77755-AFB6-439C-AB00-04C1BC01AEEF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5370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D54DA1-FCB8-C162-7DB6-6E31F22C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AA7AED2-1F3A-DD4F-5CB9-5AAFD4B13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4C8-112D-46AD-B6E6-C9F5D1F26976}" type="datetimeFigureOut">
              <a:rPr lang="de-DE" smtClean="0"/>
              <a:t>20.02.2026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541E6C-3AE9-68CF-E40D-200BC6D5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6E00DE7-2162-3D13-05C6-D5929B50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77755-AFB6-439C-AB00-04C1BC01AEEF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81768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F51ED2C-1F79-A6CA-8DCE-50A247373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4C8-112D-46AD-B6E6-C9F5D1F26976}" type="datetimeFigureOut">
              <a:rPr lang="de-DE" smtClean="0"/>
              <a:t>20.02.2026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F782914-EEB9-C912-82FF-AE265E88F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C1028F-DF05-A4D4-E125-F3AC56DA4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77755-AFB6-439C-AB00-04C1BC01AEEF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5714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449467-0DD3-E8C7-9705-5CF35FA96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81C1F0-B1C6-169E-8995-4C9EA0674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992088E-E8E0-4D4B-3BC2-B32B037C4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469836F-7DB2-8027-7AF9-1CB87AF88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4C8-112D-46AD-B6E6-C9F5D1F26976}" type="datetimeFigureOut">
              <a:rPr lang="de-DE" smtClean="0"/>
              <a:t>20.02.2026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64F7F32-8662-D9F0-100F-3651B24F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A076DE-DC28-31B0-7C3B-6C205BD7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77755-AFB6-439C-AB00-04C1BC01AEEF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1204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B01DC-F3DB-151B-DDB0-0A7953A2B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97AB271-449E-401C-6C42-DF2CA7CB49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AFAFDB7-7926-7960-72DF-4AF9E6351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80CC41-6614-8959-98EA-A6F8DFD1A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4C8-112D-46AD-B6E6-C9F5D1F26976}" type="datetimeFigureOut">
              <a:rPr lang="de-DE" smtClean="0"/>
              <a:t>20.02.2026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596CEF-F9B6-DA52-9C50-14F34FE0F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9606BB1-2D80-931A-F56E-38A24CD0C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77755-AFB6-439C-AB00-04C1BC01AEEF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3431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7D1ACD-7BF6-0968-8BF7-AC5963E4A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E6CBB9D-CBB5-B7CA-0DA5-F15929DBC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8C524C-2458-A96F-FC69-8C20E6EF7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4C8-112D-46AD-B6E6-C9F5D1F26976}" type="datetimeFigureOut">
              <a:rPr lang="de-DE" smtClean="0"/>
              <a:t>20.02.2026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B498B0-C8D9-132A-9A02-523715555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F5DDB7-2F9A-FC86-8DB2-BC4F450A0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77755-AFB6-439C-AB00-04C1BC01AEEF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60822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FCF0458-C028-574A-4985-006CBAA716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5000330-6552-9717-127B-AA5A80B86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3F9535-DEA5-3B54-0B6B-7AB1239BB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854C8-112D-46AD-B6E6-C9F5D1F26976}" type="datetimeFigureOut">
              <a:rPr lang="de-DE" smtClean="0"/>
              <a:t>20.02.2026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2A64F4-5CE4-D8AC-E55D-828977E78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0558DA-20E7-22F0-32CF-C94C4EB42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77755-AFB6-439C-AB00-04C1BC01AEEF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84053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B9F34FA-C1FB-10C4-7B66-C4245AF0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D9E5ED-57D5-3A43-CC30-016DCD59D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647213-A94A-FC35-4A8C-62CACA31BB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0854C8-112D-46AD-B6E6-C9F5D1F26976}" type="datetimeFigureOut">
              <a:rPr lang="de-DE" smtClean="0"/>
              <a:t>20.02.2026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777E9B-C6CC-046D-C98D-172BFA459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39E8F7-5068-D57E-3EF0-87D8BE02D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077755-AFB6-439C-AB00-04C1BC01AEEF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7986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wing.com/en/free-png-aallu" TargetMode="External"/><Relationship Id="rId2" Type="http://schemas.openxmlformats.org/officeDocument/2006/relationships/hyperlink" Target="https://ilovejctuv.click/product_details/79347477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33299C7-78D6-C0E5-3502-C76DB29A9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de-DE" sz="4800" b="1">
                <a:solidFill>
                  <a:srgbClr val="FFFFFF"/>
                </a:solidFill>
              </a:rPr>
              <a:t>Hochschul-Verwaltungssoftware</a:t>
            </a:r>
            <a:endParaRPr lang="de-DE" sz="48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CA2094D-EFA9-BE3E-8C96-89C961341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de-DE" dirty="0"/>
              <a:t>Mustafa Islek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64748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3335967-7BE1-53A5-9692-06FFF2A58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Gliederung</a:t>
            </a:r>
          </a:p>
        </p:txBody>
      </p:sp>
      <p:graphicFrame>
        <p:nvGraphicFramePr>
          <p:cNvPr id="18" name="Inhaltsplatzhalter 2">
            <a:extLst>
              <a:ext uri="{FF2B5EF4-FFF2-40B4-BE49-F238E27FC236}">
                <a16:creationId xmlns:a16="http://schemas.microsoft.com/office/drawing/2014/main" id="{8606E444-29EF-5C74-79E1-905F6D7867B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1599" y="2318197"/>
          <a:ext cx="9724031" cy="3683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993306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DC68506-CB44-0B13-EEF8-A571D0DB0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 dirty="0">
                <a:solidFill>
                  <a:srgbClr val="FFFFFF"/>
                </a:solidFill>
              </a:rPr>
              <a:t>Allgemeine Beschreibung der Projektaufgabe</a:t>
            </a:r>
          </a:p>
        </p:txBody>
      </p:sp>
      <p:graphicFrame>
        <p:nvGraphicFramePr>
          <p:cNvPr id="18" name="Inhaltsplatzhalter 2">
            <a:extLst>
              <a:ext uri="{FF2B5EF4-FFF2-40B4-BE49-F238E27FC236}">
                <a16:creationId xmlns:a16="http://schemas.microsoft.com/office/drawing/2014/main" id="{344C48F6-F6A0-3163-2336-99FECC5FA7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456426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421512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DB866AC-BA05-CE75-6FE2-680EA914B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Architektur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DCE255F1-7D25-3459-F2D0-57B8FBB52E8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742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Genutzte Frameworks</a:t>
            </a:r>
            <a:endParaRPr lang="de-DE" dirty="0">
              <a:effectLst/>
            </a:endParaRPr>
          </a:p>
          <a:p>
            <a:pPr lvl="1"/>
            <a:r>
              <a:rPr lang="de-DE" dirty="0"/>
              <a:t>Spring Boot</a:t>
            </a:r>
            <a:endParaRPr lang="de-DE" dirty="0">
              <a:effectLst/>
            </a:endParaRPr>
          </a:p>
          <a:p>
            <a:pPr lvl="1"/>
            <a:endParaRPr lang="de-DE" dirty="0"/>
          </a:p>
        </p:txBody>
      </p:sp>
      <p:pic>
        <p:nvPicPr>
          <p:cNvPr id="1026" name="Picture 2" descr="Icon Spring Boot Icon Spring Boot Get Api Website Built In Angular">
            <a:extLst>
              <a:ext uri="{FF2B5EF4-FFF2-40B4-BE49-F238E27FC236}">
                <a16:creationId xmlns:a16="http://schemas.microsoft.com/office/drawing/2014/main" id="{0D7A5E29-949C-0723-45C5-F9CB8808C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172" y="3426049"/>
            <a:ext cx="3709886" cy="1589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53D6827-B105-1C4E-DF03-F0C917C80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850" y="1665235"/>
            <a:ext cx="5010146" cy="5192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962701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1320F63-91F8-69B3-B6AE-0BB804C45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API-Gateway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0477D65E-672F-5039-B737-4068F36DAA8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7423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Aufgaben des Gateways</a:t>
            </a:r>
          </a:p>
          <a:p>
            <a:pPr lvl="1"/>
            <a:r>
              <a:rPr lang="de-DE" dirty="0" err="1"/>
              <a:t>Routs</a:t>
            </a:r>
            <a:r>
              <a:rPr lang="de-DE" dirty="0"/>
              <a:t> </a:t>
            </a:r>
            <a:endParaRPr lang="de-DE" dirty="0">
              <a:effectLst/>
            </a:endParaRPr>
          </a:p>
          <a:p>
            <a:pPr lvl="1"/>
            <a:r>
              <a:rPr lang="de-DE" dirty="0"/>
              <a:t>Validierung </a:t>
            </a:r>
            <a:endParaRPr lang="de-DE" dirty="0">
              <a:effectLst/>
            </a:endParaRPr>
          </a:p>
          <a:p>
            <a:pPr lvl="1"/>
            <a:r>
              <a:rPr lang="de-DE" dirty="0"/>
              <a:t>Transformation</a:t>
            </a:r>
          </a:p>
          <a:p>
            <a:pPr lvl="1"/>
            <a:r>
              <a:rPr lang="de-DE" dirty="0" err="1">
                <a:effectLst/>
              </a:rPr>
              <a:t>Logging</a:t>
            </a:r>
            <a:endParaRPr lang="de-DE" dirty="0">
              <a:effectLst/>
            </a:endParaRPr>
          </a:p>
          <a:p>
            <a:pPr lvl="1"/>
            <a:endParaRPr lang="de-DE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88C04467-E716-BE5F-800A-8B0799104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9897" y="2958810"/>
            <a:ext cx="7166447" cy="337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13945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FF3F098-EBBE-88C5-C6E1-E8F0F5938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Authentifizierungs-Service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654C5BCC-6586-E8E7-3B09-8D72F817C13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742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Aufgaben</a:t>
            </a:r>
          </a:p>
          <a:p>
            <a:pPr lvl="1"/>
            <a:r>
              <a:rPr lang="de-DE" dirty="0"/>
              <a:t>Verifizierung</a:t>
            </a:r>
          </a:p>
          <a:p>
            <a:pPr lvl="1"/>
            <a:r>
              <a:rPr lang="de-DE" dirty="0"/>
              <a:t>Erfassen, Ändern und löschen der </a:t>
            </a:r>
            <a:r>
              <a:rPr lang="de-DE" dirty="0" err="1"/>
              <a:t>credentials</a:t>
            </a:r>
            <a:endParaRPr lang="de-DE" dirty="0"/>
          </a:p>
          <a:p>
            <a:pPr lvl="1"/>
            <a:r>
              <a:rPr lang="de-DE" dirty="0"/>
              <a:t>Erstellung der </a:t>
            </a:r>
            <a:r>
              <a:rPr lang="de-DE" dirty="0" err="1"/>
              <a:t>Jwt</a:t>
            </a:r>
            <a:r>
              <a:rPr lang="de-DE" dirty="0"/>
              <a:t> Token </a:t>
            </a:r>
          </a:p>
          <a:p>
            <a:pPr lvl="1"/>
            <a:endParaRPr lang="de-DE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A996533-E0C1-9775-F4F4-FA4937A5C1E3}"/>
              </a:ext>
            </a:extLst>
          </p:cNvPr>
          <p:cNvSpPr txBox="1">
            <a:spLocks/>
          </p:cNvSpPr>
          <p:nvPr/>
        </p:nvSpPr>
        <p:spPr>
          <a:xfrm>
            <a:off x="838200" y="3702890"/>
            <a:ext cx="10515600" cy="1742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Architekturstil</a:t>
            </a:r>
          </a:p>
          <a:p>
            <a:pPr lvl="1"/>
            <a:r>
              <a:rPr lang="de-DE" dirty="0"/>
              <a:t>REST</a:t>
            </a:r>
          </a:p>
          <a:p>
            <a:pPr lvl="1"/>
            <a:endParaRPr lang="de-D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F6EF037-CB9C-735B-FF69-F11F22152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299" y="3267636"/>
            <a:ext cx="364807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312047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A065014-966D-2ED8-EF5D-FC4C385F6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User Service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26CDBA7C-8187-FFF6-038B-D7ECC51E9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de-DE" dirty="0"/>
              <a:t>Aufgabe</a:t>
            </a:r>
          </a:p>
          <a:p>
            <a:pPr lvl="1"/>
            <a:r>
              <a:rPr lang="de-DE" dirty="0"/>
              <a:t>Anlegen, Löschen, Updaten oder Einsehen der Daten </a:t>
            </a:r>
          </a:p>
          <a:p>
            <a:pPr lvl="1"/>
            <a:r>
              <a:rPr lang="de-DE" dirty="0"/>
              <a:t>Aktiviren oder Deaktivieren von Usern</a:t>
            </a:r>
          </a:p>
          <a:p>
            <a:pPr lvl="2"/>
            <a:endParaRPr lang="de-DE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D49AE293-425C-0CA8-AD1C-15BF56022987}"/>
              </a:ext>
            </a:extLst>
          </p:cNvPr>
          <p:cNvSpPr txBox="1">
            <a:spLocks/>
          </p:cNvSpPr>
          <p:nvPr/>
        </p:nvSpPr>
        <p:spPr>
          <a:xfrm>
            <a:off x="838200" y="3286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Rollen Regeln</a:t>
            </a:r>
          </a:p>
          <a:p>
            <a:pPr lvl="1"/>
            <a:r>
              <a:rPr lang="de-DE" dirty="0"/>
              <a:t>Admin, Lehrender, Student, Prüfungsamt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BD94703B-5CC5-82EB-ED84-51B1A48E78FF}"/>
              </a:ext>
            </a:extLst>
          </p:cNvPr>
          <p:cNvSpPr txBox="1">
            <a:spLocks/>
          </p:cNvSpPr>
          <p:nvPr/>
        </p:nvSpPr>
        <p:spPr>
          <a:xfrm>
            <a:off x="838200" y="46116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Architekturstil</a:t>
            </a:r>
          </a:p>
          <a:p>
            <a:pPr lvl="2"/>
            <a:r>
              <a:rPr lang="de-DE" dirty="0"/>
              <a:t>REST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21A6C8A-277C-DCC7-AC97-FD22FE458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921" y="3151188"/>
            <a:ext cx="3971925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579638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A8E4D5-7527-5059-753E-55BF9864A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C0DFBDF-B24E-171C-4119-232BC30A0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676225-02D5-1CF2-67C0-5B8B3917D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AEB7A2-088E-B596-7713-F839531AD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08408F-BDCF-9A23-3077-CDD230E01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083352-98F2-C19C-D937-0924AB14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7FE0147-A969-4F10-A8A6-2450DD21D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 dirty="0">
                <a:solidFill>
                  <a:srgbClr val="FFFFFF"/>
                </a:solidFill>
              </a:rPr>
              <a:t>Tennant Service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A80B86A8-9F97-E8B0-7DBA-6C6797FE9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lnSpcReduction="10000"/>
          </a:bodyPr>
          <a:lstStyle/>
          <a:p>
            <a:r>
              <a:rPr lang="de-DE" dirty="0"/>
              <a:t>Aufgaben </a:t>
            </a:r>
          </a:p>
          <a:p>
            <a:pPr lvl="1"/>
            <a:r>
              <a:rPr lang="de-DE" dirty="0"/>
              <a:t>Tennants anlegen löschen updaten oder einsehen</a:t>
            </a:r>
          </a:p>
          <a:p>
            <a:pPr lvl="1"/>
            <a:r>
              <a:rPr lang="de-DE" dirty="0"/>
              <a:t>Zu den Tennants passende Studiengänge hinzufügen oder Löschen</a:t>
            </a:r>
          </a:p>
          <a:p>
            <a:pPr lvl="1"/>
            <a:r>
              <a:rPr lang="de-DE" dirty="0"/>
              <a:t>Aktiviren und Deaktivieren von Tennants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3AE1114-05AA-01D2-EAA4-531760B2F1BD}"/>
              </a:ext>
            </a:extLst>
          </p:cNvPr>
          <p:cNvSpPr txBox="1">
            <a:spLocks/>
          </p:cNvSpPr>
          <p:nvPr/>
        </p:nvSpPr>
        <p:spPr>
          <a:xfrm>
            <a:off x="838200" y="3563937"/>
            <a:ext cx="10515600" cy="909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Rolle Regel</a:t>
            </a:r>
          </a:p>
          <a:p>
            <a:pPr lvl="1"/>
            <a:r>
              <a:rPr lang="de-DE" dirty="0"/>
              <a:t>Admin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2A74C887-4280-DA1F-2C53-0D8E1D6DC99D}"/>
              </a:ext>
            </a:extLst>
          </p:cNvPr>
          <p:cNvSpPr txBox="1">
            <a:spLocks/>
          </p:cNvSpPr>
          <p:nvPr/>
        </p:nvSpPr>
        <p:spPr>
          <a:xfrm>
            <a:off x="838200" y="4608325"/>
            <a:ext cx="10515600" cy="1376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Architekturstil</a:t>
            </a:r>
          </a:p>
          <a:p>
            <a:pPr lvl="1"/>
            <a:r>
              <a:rPr lang="de-DE" dirty="0"/>
              <a:t>REST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6F49079-A4ED-2408-CE9E-DF443EC16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058" y="3097748"/>
            <a:ext cx="4057650" cy="332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63035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F45855-4C76-3EA9-99C4-39F503917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61E2983-E7EF-793B-1FD0-4E105FA46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026AA0-F102-CA3D-23F5-CDC679BB1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664CA3-976F-DFE0-ACF2-5ECFA688B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6272D0-D6D9-520B-22CB-5EDC39251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DD7A45-308C-2AC3-A45C-2D13E0BD8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9DEB23-C815-5CDF-779B-E05DF3D8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 dirty="0">
                <a:solidFill>
                  <a:srgbClr val="FFFFFF"/>
                </a:solidFill>
              </a:rPr>
              <a:t>noten-</a:t>
            </a:r>
            <a:r>
              <a:rPr lang="de-DE" sz="4000" dirty="0" err="1">
                <a:solidFill>
                  <a:srgbClr val="FFFFFF"/>
                </a:solidFill>
              </a:rPr>
              <a:t>modulverwaltung</a:t>
            </a:r>
            <a:r>
              <a:rPr lang="de-DE" sz="4000" dirty="0">
                <a:solidFill>
                  <a:srgbClr val="FFFFFF"/>
                </a:solidFill>
              </a:rPr>
              <a:t>-service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A73B250B-072E-993B-6615-0A74D2E42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r>
              <a:rPr lang="de-DE" dirty="0"/>
              <a:t>Aufgaben 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852C7C7A-FA36-A354-3841-08A478F312FA}"/>
              </a:ext>
            </a:extLst>
          </p:cNvPr>
          <p:cNvSpPr txBox="1">
            <a:spLocks/>
          </p:cNvSpPr>
          <p:nvPr/>
        </p:nvSpPr>
        <p:spPr>
          <a:xfrm>
            <a:off x="838200" y="3563937"/>
            <a:ext cx="10515600" cy="909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Rolle Regel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965382C1-CEFD-DA11-28A4-7057F38CA7D6}"/>
              </a:ext>
            </a:extLst>
          </p:cNvPr>
          <p:cNvSpPr txBox="1">
            <a:spLocks/>
          </p:cNvSpPr>
          <p:nvPr/>
        </p:nvSpPr>
        <p:spPr>
          <a:xfrm>
            <a:off x="838200" y="4608325"/>
            <a:ext cx="10515600" cy="1376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Architekturstil</a:t>
            </a:r>
          </a:p>
          <a:p>
            <a:pPr lvl="1"/>
            <a:r>
              <a:rPr lang="de-DE" dirty="0" err="1"/>
              <a:t>GraphGL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428399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2DEA42-6273-0F1A-7EAC-66F857479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9E211D-5671-0448-E727-E29203677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CE177F-DBFA-7AC0-36D2-D642C50D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FAF697-F476-B0F8-A2A7-A603F73A8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E9F85C-4C65-4287-76B6-CDB3BBCEE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36C54F-0ED0-F1E1-6416-E96F8D571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7E400E7-5B10-EC16-0A8F-4EC2F7EC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 dirty="0" err="1">
                <a:solidFill>
                  <a:srgbClr val="FFFFFF"/>
                </a:solidFill>
              </a:rPr>
              <a:t>notenberechnung</a:t>
            </a:r>
            <a:r>
              <a:rPr lang="de-DE" sz="4000" dirty="0">
                <a:solidFill>
                  <a:srgbClr val="FFFFFF"/>
                </a:solidFill>
              </a:rPr>
              <a:t>-service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257979DD-3CDF-94C3-205F-9BF3E7B0D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r>
              <a:rPr lang="de-DE" dirty="0"/>
              <a:t>Aufgaben 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2D2A3D50-6530-AF82-D63B-4A735D874132}"/>
              </a:ext>
            </a:extLst>
          </p:cNvPr>
          <p:cNvSpPr txBox="1">
            <a:spLocks/>
          </p:cNvSpPr>
          <p:nvPr/>
        </p:nvSpPr>
        <p:spPr>
          <a:xfrm>
            <a:off x="838200" y="3563937"/>
            <a:ext cx="10515600" cy="909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Rolle Regel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9F58EAD5-C5A9-F04D-0497-5B0E26B733E5}"/>
              </a:ext>
            </a:extLst>
          </p:cNvPr>
          <p:cNvSpPr txBox="1">
            <a:spLocks/>
          </p:cNvSpPr>
          <p:nvPr/>
        </p:nvSpPr>
        <p:spPr>
          <a:xfrm>
            <a:off x="838200" y="4608325"/>
            <a:ext cx="10515600" cy="1376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Architekturstil</a:t>
            </a:r>
          </a:p>
          <a:p>
            <a:pPr lvl="1"/>
            <a:r>
              <a:rPr lang="de-DE" dirty="0"/>
              <a:t>REST</a:t>
            </a:r>
          </a:p>
        </p:txBody>
      </p:sp>
    </p:spTree>
    <p:extLst>
      <p:ext uri="{BB962C8B-B14F-4D97-AF65-F5344CB8AC3E}">
        <p14:creationId xmlns:p14="http://schemas.microsoft.com/office/powerpoint/2010/main" val="70195090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B134B94-84A9-8425-7E5C-201B2D6D1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 dirty="0">
                <a:solidFill>
                  <a:srgbClr val="FFFFFF"/>
                </a:solidFill>
              </a:rPr>
              <a:t>Kommunikation zwischen den APIs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CAE4D4FF-2387-5B0B-9886-13561AB39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16751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Client-Implementierung</a:t>
            </a:r>
          </a:p>
          <a:p>
            <a:pPr lvl="1"/>
            <a:r>
              <a:rPr lang="de-DE" dirty="0" err="1"/>
              <a:t>RestTemplate</a:t>
            </a:r>
            <a:endParaRPr lang="de-DE" dirty="0"/>
          </a:p>
          <a:p>
            <a:pPr lvl="1"/>
            <a:r>
              <a:rPr lang="de-DE" dirty="0" err="1"/>
              <a:t>WebClient</a:t>
            </a:r>
            <a:endParaRPr lang="de-DE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061B2FF7-9A8D-1EA9-6716-F31C3B56E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75" y="1675102"/>
            <a:ext cx="5000625" cy="5182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158348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794ACFE-3ABE-B5D8-4460-EDC061F8F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Demonstration</a:t>
            </a:r>
          </a:p>
        </p:txBody>
      </p:sp>
      <p:pic>
        <p:nvPicPr>
          <p:cNvPr id="5" name="Grafik 4" descr="Ein Bild, das Text, Grafiken, Poster, Schrift enthält.&#10;&#10;KI-generierte Inhalte können fehlerhaft sein.">
            <a:extLst>
              <a:ext uri="{FF2B5EF4-FFF2-40B4-BE49-F238E27FC236}">
                <a16:creationId xmlns:a16="http://schemas.microsoft.com/office/drawing/2014/main" id="{20D04BD5-69AA-DD31-58AD-A9D23BE01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3714" y="2115575"/>
            <a:ext cx="3278829" cy="29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707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97374C1-4AE9-D3A8-4F41-82654D412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Fazit</a:t>
            </a:r>
          </a:p>
        </p:txBody>
      </p:sp>
    </p:spTree>
    <p:extLst>
      <p:ext uri="{BB962C8B-B14F-4D97-AF65-F5344CB8AC3E}">
        <p14:creationId xmlns:p14="http://schemas.microsoft.com/office/powerpoint/2010/main" val="17507017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3707AD-8261-4357-9C64-EEC41E832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5" y="-427"/>
            <a:ext cx="6086683" cy="6858428"/>
          </a:xfrm>
          <a:prstGeom prst="rect">
            <a:avLst/>
          </a:prstGeom>
          <a:gradFill>
            <a:gsLst>
              <a:gs pos="0">
                <a:srgbClr val="000000">
                  <a:alpha val="53000"/>
                </a:srgbClr>
              </a:gs>
              <a:gs pos="82000">
                <a:schemeClr val="accent1">
                  <a:lumMod val="75000"/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498142"/>
            <a:ext cx="12191999" cy="6359430"/>
          </a:xfrm>
          <a:prstGeom prst="rect">
            <a:avLst/>
          </a:prstGeom>
          <a:gradFill>
            <a:gsLst>
              <a:gs pos="13000">
                <a:schemeClr val="accent1">
                  <a:lumMod val="75000"/>
                  <a:alpha val="39000"/>
                </a:schemeClr>
              </a:gs>
              <a:gs pos="100000">
                <a:srgbClr val="000000">
                  <a:alpha val="32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428"/>
            <a:ext cx="6096001" cy="6858000"/>
          </a:xfrm>
          <a:prstGeom prst="rect">
            <a:avLst/>
          </a:prstGeom>
          <a:gradFill>
            <a:gsLst>
              <a:gs pos="13000">
                <a:srgbClr val="000000">
                  <a:alpha val="39000"/>
                </a:srgbClr>
              </a:gs>
              <a:gs pos="99000">
                <a:schemeClr val="accent1">
                  <a:lumMod val="50000"/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B01BE8-EBAB-4286-84CC-EC07C7F95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400370"/>
          </a:xfrm>
          <a:prstGeom prst="rect">
            <a:avLst/>
          </a:prstGeom>
          <a:gradFill>
            <a:gsLst>
              <a:gs pos="0">
                <a:srgbClr val="000000">
                  <a:alpha val="70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3">
            <a:extLst>
              <a:ext uri="{FF2B5EF4-FFF2-40B4-BE49-F238E27FC236}">
                <a16:creationId xmlns:a16="http://schemas.microsoft.com/office/drawing/2014/main" id="{B810725C-984E-4EC2-A5FA-A193878CB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59729" y="-716753"/>
            <a:ext cx="4893880" cy="10255626"/>
          </a:xfrm>
          <a:custGeom>
            <a:avLst/>
            <a:gdLst>
              <a:gd name="connsiteX0" fmla="*/ 2065105 w 2065105"/>
              <a:gd name="connsiteY0" fmla="*/ 0 h 4139967"/>
              <a:gd name="connsiteX1" fmla="*/ 2065105 w 2065105"/>
              <a:gd name="connsiteY1" fmla="*/ 4139967 h 4139967"/>
              <a:gd name="connsiteX2" fmla="*/ 1858573 w 2065105"/>
              <a:gd name="connsiteY2" fmla="*/ 4129538 h 4139967"/>
              <a:gd name="connsiteX3" fmla="*/ 0 w 2065105"/>
              <a:gd name="connsiteY3" fmla="*/ 2069983 h 4139967"/>
              <a:gd name="connsiteX4" fmla="*/ 1858573 w 2065105"/>
              <a:gd name="connsiteY4" fmla="*/ 10428 h 4139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105" h="4139967">
                <a:moveTo>
                  <a:pt x="2065105" y="0"/>
                </a:moveTo>
                <a:lnTo>
                  <a:pt x="2065105" y="4139967"/>
                </a:lnTo>
                <a:lnTo>
                  <a:pt x="1858573" y="4129538"/>
                </a:lnTo>
                <a:cubicBezTo>
                  <a:pt x="814640" y="4023521"/>
                  <a:pt x="0" y="3141887"/>
                  <a:pt x="0" y="2069983"/>
                </a:cubicBezTo>
                <a:cubicBezTo>
                  <a:pt x="0" y="998079"/>
                  <a:pt x="814640" y="116446"/>
                  <a:pt x="1858573" y="1042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23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6B54AD1-1399-6508-6E71-D55F6B8C7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199" y="3115264"/>
            <a:ext cx="7457441" cy="2863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Vielen Dank für die Aufmerksamkeit</a:t>
            </a:r>
          </a:p>
        </p:txBody>
      </p:sp>
    </p:spTree>
    <p:extLst>
      <p:ext uri="{BB962C8B-B14F-4D97-AF65-F5344CB8AC3E}">
        <p14:creationId xmlns:p14="http://schemas.microsoft.com/office/powerpoint/2010/main" val="281674255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339520-FD19-D90D-47FE-43AEB8761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Quellen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ED20AE-C9CD-62DB-47E9-3D033A23B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>
                <a:hlinkClick r:id="rId2"/>
              </a:rPr>
              <a:t>Icon Spring Boot Icon Spring Boot Get Api Website Built In Angular - Online Store</a:t>
            </a:r>
            <a:endParaRPr lang="en-US" sz="2000" dirty="0"/>
          </a:p>
          <a:p>
            <a:r>
              <a:rPr lang="en-US" sz="2000" dirty="0">
                <a:hlinkClick r:id="rId3"/>
              </a:rPr>
              <a:t>Postman logo, tech companies, </a:t>
            </a:r>
            <a:r>
              <a:rPr lang="en-US" sz="2000" dirty="0" err="1">
                <a:hlinkClick r:id="rId3"/>
              </a:rPr>
              <a:t>png</a:t>
            </a:r>
            <a:r>
              <a:rPr lang="en-US" sz="2000" dirty="0">
                <a:hlinkClick r:id="rId3"/>
              </a:rPr>
              <a:t> | </a:t>
            </a:r>
            <a:r>
              <a:rPr lang="en-US" sz="2000" dirty="0" err="1">
                <a:hlinkClick r:id="rId3"/>
              </a:rPr>
              <a:t>PNGWing</a:t>
            </a:r>
            <a:endParaRPr lang="en-US" sz="2000" dirty="0"/>
          </a:p>
          <a:p>
            <a:r>
              <a:rPr lang="de-DE" sz="2000" dirty="0"/>
              <a:t>https://www.plantuml.com/plantuml/uml/</a:t>
            </a:r>
          </a:p>
        </p:txBody>
      </p:sp>
    </p:spTree>
    <p:extLst>
      <p:ext uri="{BB962C8B-B14F-4D97-AF65-F5344CB8AC3E}">
        <p14:creationId xmlns:p14="http://schemas.microsoft.com/office/powerpoint/2010/main" val="247153782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</Words>
  <Application>Microsoft Office PowerPoint</Application>
  <PresentationFormat>Breitbild</PresentationFormat>
  <Paragraphs>74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</vt:lpstr>
      <vt:lpstr>Hochschul-Verwaltungssoftware</vt:lpstr>
      <vt:lpstr>Gliederung</vt:lpstr>
      <vt:lpstr>Allgemeine Beschreibung der Projektaufgabe</vt:lpstr>
      <vt:lpstr>Architektur</vt:lpstr>
      <vt:lpstr>API-Gateway</vt:lpstr>
      <vt:lpstr>Authentifizierungs-Service</vt:lpstr>
      <vt:lpstr>User Service</vt:lpstr>
      <vt:lpstr>Tennant Service</vt:lpstr>
      <vt:lpstr>noten-modulverwaltung-service</vt:lpstr>
      <vt:lpstr>notenberechnung-service</vt:lpstr>
      <vt:lpstr>Kommunikation zwischen den APIs</vt:lpstr>
      <vt:lpstr>Demonstration</vt:lpstr>
      <vt:lpstr>Fazit</vt:lpstr>
      <vt:lpstr>Vielen Dank für die Aufmerksamkeit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Mustafa Islek</dc:creator>
  <cp:lastModifiedBy>Islek, Mustafa</cp:lastModifiedBy>
  <cp:revision>8</cp:revision>
  <dcterms:created xsi:type="dcterms:W3CDTF">2026-02-19T17:54:35Z</dcterms:created>
  <dcterms:modified xsi:type="dcterms:W3CDTF">2026-02-20T22:41:07Z</dcterms:modified>
</cp:coreProperties>
</file>